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29"/>
    <p:restoredTop sz="94683"/>
  </p:normalViewPr>
  <p:slideViewPr>
    <p:cSldViewPr snapToGrid="0">
      <p:cViewPr varScale="1">
        <p:scale>
          <a:sx n="152" d="100"/>
          <a:sy n="152" d="100"/>
        </p:scale>
        <p:origin x="19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0BE18-ACFF-FDFA-A0E7-DE263028C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141C7-C08E-CDC7-43ED-ADCDB7B49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3B9E6-2794-9833-3F10-220EE8BF6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BC3B-2B36-CB46-B45D-49F6E066DD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1981D-F011-37AF-09EA-25FE11D96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1F519-2440-FB16-6898-EBDA4C27B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0CEA-2603-994B-9BBE-1B8A9215E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44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6EB6-2D2F-DBDB-4D11-38990510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A9A9F-8613-EEDC-AAA8-7614F363B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FF81C-E510-3E8C-D745-2D8E632D9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BC3B-2B36-CB46-B45D-49F6E066DD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DD74A-AAE0-C18E-33CB-CAFFD1036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37950-4A48-F084-2AFE-4D5677749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0CEA-2603-994B-9BBE-1B8A9215E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3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3C31A-460F-318F-8943-EE74545F0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80168-C248-940C-EDE9-782D0E5FC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7287-80BF-888D-7E86-B91E51FC5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BC3B-2B36-CB46-B45D-49F6E066DD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30339-CD49-6F16-6CA9-0D0EB1C93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5FE98-D605-1054-8F0C-69D2C29E4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0CEA-2603-994B-9BBE-1B8A9215E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56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A7231-43F8-F84F-B363-31D2EECA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098E2-39F2-B223-4407-14610A1A2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4AFAC-57D9-C77D-91D8-1CCE4375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42E88-5418-962A-884D-CC00FD28D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BC3B-2B36-CB46-B45D-49F6E066DD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76F4D-7B68-F513-0FAF-E83BEE99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C1F16-3226-835F-A14D-8F2B21D50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0CEA-2603-994B-9BBE-1B8A9215E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27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B49CE-4A77-E181-F9E3-D218D32D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3BC45-49FE-FC4B-2F40-9C4586371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DA4A2-E4DE-49D2-8B18-A45840BB4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495D84-DCCA-5027-FCD6-38EB6B482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1D3158-052A-0EA9-4D34-1AE5882CA5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F9A5CF-49F9-C8C2-6A8E-600480030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BC3B-2B36-CB46-B45D-49F6E066DD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86E3E-5227-8617-077E-2D5C79933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9B1DFA-1341-BFA2-56D1-3CF317FA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0CEA-2603-994B-9BBE-1B8A9215E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7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699A-C741-B2EC-AB7A-937B82859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D90F2-ECFB-9543-D3DC-B89447E7B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BC3B-2B36-CB46-B45D-49F6E066DD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0694E-FAB7-C7B1-C1C7-7B0A194B8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2423D-1EDE-5CC7-A240-0761E9EC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0CEA-2603-994B-9BBE-1B8A9215E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21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0209AE-4B21-BB3E-2FF1-BFEBA7C3A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BC3B-2B36-CB46-B45D-49F6E066DD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C2CE1A-C309-7ABA-F1FE-8C53271E9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DA60A-9D43-8824-8A16-13062B95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0CEA-2603-994B-9BBE-1B8A9215E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29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5145-2267-EA23-9C53-401498855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C30EA-142B-35FF-8D8A-44C6689AB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721A1-D5DF-82F7-F555-FE714460D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A574B-D50D-0785-6505-6A1B6A83E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BC3B-2B36-CB46-B45D-49F6E066DD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B5551-7FBE-D29A-A7AB-5E46D558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B29DB-09E0-AEEE-0580-80CC6BE7F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0CEA-2603-994B-9BBE-1B8A9215E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82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B029C-52B8-6B49-F9FF-DA4DE261F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285C3C-F258-3E80-21CB-F3D1B5FCB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4CDD97-F6DF-DE00-D2EF-B7CBBE26E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CBD07-4A33-4164-355D-7F56E05D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BC3B-2B36-CB46-B45D-49F6E066DD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C1332-5B1F-E03D-395A-72E1C35F2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F7455-96C7-8865-2F64-715056A2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0CEA-2603-994B-9BBE-1B8A9215E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84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4FF3-B671-E1C4-9AA6-8426A8579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44178-9FDC-7408-E5D5-BB34D4D7E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C13A7-8A2F-D774-5459-37C8ED1E5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BC3B-2B36-CB46-B45D-49F6E066DD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79CF9-EC36-DD85-98B1-15685276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B9475-6015-625F-6C52-3D8860DC5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0CEA-2603-994B-9BBE-1B8A9215E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56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BDA70-2ADA-E46D-7BA8-3615C6561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EF224-B5D0-C15C-5A3C-416393865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A445C-9708-D01E-5F81-157406E2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BC3B-2B36-CB46-B45D-49F6E066DD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689E8-D09B-157C-1F02-9214BD90C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843C1-53FB-A015-610A-19B59A565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0CEA-2603-994B-9BBE-1B8A9215E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40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348226-D4A7-1CD8-F9B6-3A82E715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8D327-1E03-63A0-0FB7-E8C3F4864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DA7EC-6484-6AB2-2F01-B9097BD3B3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7BC3B-2B36-CB46-B45D-49F6E066DD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BD126-725E-EBF2-02AF-F3B5C345B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FC3B2-2296-CE09-367C-B4FC04146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30CEA-2603-994B-9BBE-1B8A9215E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8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44">
            <a:extLst>
              <a:ext uri="{FF2B5EF4-FFF2-40B4-BE49-F238E27FC236}">
                <a16:creationId xmlns:a16="http://schemas.microsoft.com/office/drawing/2014/main" id="{819F05CC-8430-0B30-1F36-BE6EA8C8B2AD}"/>
              </a:ext>
            </a:extLst>
          </p:cNvPr>
          <p:cNvSpPr/>
          <p:nvPr/>
        </p:nvSpPr>
        <p:spPr>
          <a:xfrm>
            <a:off x="1753307" y="4739945"/>
            <a:ext cx="3799488" cy="192733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CE14D80-93B4-85F1-A466-043F8DB3F5D4}"/>
              </a:ext>
            </a:extLst>
          </p:cNvPr>
          <p:cNvSpPr/>
          <p:nvPr/>
        </p:nvSpPr>
        <p:spPr>
          <a:xfrm>
            <a:off x="5721175" y="3312436"/>
            <a:ext cx="3288601" cy="22997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5F4641-4B78-BC02-0881-99775E1D2F9A}"/>
              </a:ext>
            </a:extLst>
          </p:cNvPr>
          <p:cNvSpPr/>
          <p:nvPr/>
        </p:nvSpPr>
        <p:spPr>
          <a:xfrm>
            <a:off x="1890911" y="2141522"/>
            <a:ext cx="8944265" cy="100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90DA38F-8052-5760-1BE3-E5DAE3DFABEB}"/>
              </a:ext>
            </a:extLst>
          </p:cNvPr>
          <p:cNvSpPr/>
          <p:nvPr/>
        </p:nvSpPr>
        <p:spPr>
          <a:xfrm>
            <a:off x="272097" y="874632"/>
            <a:ext cx="7398962" cy="11028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4ECA56-57B7-CB26-E6D4-58C195DCD7E1}"/>
              </a:ext>
            </a:extLst>
          </p:cNvPr>
          <p:cNvSpPr/>
          <p:nvPr/>
        </p:nvSpPr>
        <p:spPr>
          <a:xfrm>
            <a:off x="452999" y="1125917"/>
            <a:ext cx="1437912" cy="6002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Front End (Built in </a:t>
            </a:r>
            <a:r>
              <a:rPr lang="en-US" sz="1400" dirty="0" err="1">
                <a:solidFill>
                  <a:schemeClr val="tx1"/>
                </a:solidFill>
              </a:rPr>
              <a:t>React.JS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5E2D20-4473-6883-B525-988278B0C0DC}"/>
              </a:ext>
            </a:extLst>
          </p:cNvPr>
          <p:cNvSpPr/>
          <p:nvPr/>
        </p:nvSpPr>
        <p:spPr>
          <a:xfrm>
            <a:off x="2629643" y="1125917"/>
            <a:ext cx="1437912" cy="6002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Middle Layer (Express)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DE3A5E-415D-7FD7-111A-083561C8566B}"/>
              </a:ext>
            </a:extLst>
          </p:cNvPr>
          <p:cNvSpPr txBox="1"/>
          <p:nvPr/>
        </p:nvSpPr>
        <p:spPr>
          <a:xfrm>
            <a:off x="1878863" y="254582"/>
            <a:ext cx="3351055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End Users Interact with Web App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DFD73A-1AA6-0295-6953-D7ABF8E87B75}"/>
              </a:ext>
            </a:extLst>
          </p:cNvPr>
          <p:cNvSpPr/>
          <p:nvPr/>
        </p:nvSpPr>
        <p:spPr>
          <a:xfrm>
            <a:off x="4797562" y="1125916"/>
            <a:ext cx="2552410" cy="6002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Database for Web App Data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B3F328-E799-EC07-D810-879BDD7C9CFC}"/>
              </a:ext>
            </a:extLst>
          </p:cNvPr>
          <p:cNvSpPr/>
          <p:nvPr/>
        </p:nvSpPr>
        <p:spPr>
          <a:xfrm>
            <a:off x="2071813" y="2289436"/>
            <a:ext cx="1429331" cy="6002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Logs Stored  Database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6BF1A8-2680-24AD-AD28-48F567839D97}"/>
              </a:ext>
            </a:extLst>
          </p:cNvPr>
          <p:cNvSpPr/>
          <p:nvPr/>
        </p:nvSpPr>
        <p:spPr>
          <a:xfrm>
            <a:off x="3824412" y="2289436"/>
            <a:ext cx="1429331" cy="6002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Logs Retrieved and batched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E482EF-8D00-05A6-CAF9-AC9D12BEDC95}"/>
              </a:ext>
            </a:extLst>
          </p:cNvPr>
          <p:cNvSpPr/>
          <p:nvPr/>
        </p:nvSpPr>
        <p:spPr>
          <a:xfrm>
            <a:off x="183100" y="2344819"/>
            <a:ext cx="1437912" cy="6002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Logs Generated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DD45B7-9173-BC3C-734E-271940F3FD7C}"/>
              </a:ext>
            </a:extLst>
          </p:cNvPr>
          <p:cNvSpPr/>
          <p:nvPr/>
        </p:nvSpPr>
        <p:spPr>
          <a:xfrm>
            <a:off x="5491796" y="2289435"/>
            <a:ext cx="1429331" cy="6002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Embed-3-Small Model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4BCE609-B2A9-6385-BC0E-4EC69EC6A06E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3501144" y="2589583"/>
            <a:ext cx="323268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6CB333D-5B5E-E71C-AC28-D4ABEE972493}"/>
              </a:ext>
            </a:extLst>
          </p:cNvPr>
          <p:cNvCxnSpPr>
            <a:cxnSpLocks/>
            <a:stCxn id="20" idx="3"/>
            <a:endCxn id="33" idx="1"/>
          </p:cNvCxnSpPr>
          <p:nvPr/>
        </p:nvCxnSpPr>
        <p:spPr>
          <a:xfrm flipV="1">
            <a:off x="5253743" y="2589582"/>
            <a:ext cx="238053" cy="1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4AB2323-3702-6A53-B82D-0502A3043DFE}"/>
              </a:ext>
            </a:extLst>
          </p:cNvPr>
          <p:cNvSpPr/>
          <p:nvPr/>
        </p:nvSpPr>
        <p:spPr>
          <a:xfrm>
            <a:off x="7089087" y="2289434"/>
            <a:ext cx="1429331" cy="6002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Logs converted to Embeddings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1B4AD76-3925-7CBA-CD0D-A84DF5F7D886}"/>
              </a:ext>
            </a:extLst>
          </p:cNvPr>
          <p:cNvCxnSpPr>
            <a:cxnSpLocks/>
            <a:stCxn id="33" idx="3"/>
            <a:endCxn id="42" idx="1"/>
          </p:cNvCxnSpPr>
          <p:nvPr/>
        </p:nvCxnSpPr>
        <p:spPr>
          <a:xfrm flipV="1">
            <a:off x="6921127" y="2589581"/>
            <a:ext cx="167960" cy="1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F264229-5AD6-C064-CC0D-63F7F8FBC617}"/>
              </a:ext>
            </a:extLst>
          </p:cNvPr>
          <p:cNvSpPr/>
          <p:nvPr/>
        </p:nvSpPr>
        <p:spPr>
          <a:xfrm>
            <a:off x="8843570" y="2296996"/>
            <a:ext cx="1743009" cy="6002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Embeddings sent to </a:t>
            </a:r>
            <a:r>
              <a:rPr lang="en-US" sz="1400" dirty="0" err="1">
                <a:solidFill>
                  <a:schemeClr val="tx1"/>
                </a:solidFill>
              </a:rPr>
              <a:t>Qudrant</a:t>
            </a:r>
            <a:r>
              <a:rPr lang="en-US" sz="1400" dirty="0">
                <a:solidFill>
                  <a:schemeClr val="tx1"/>
                </a:solidFill>
              </a:rPr>
              <a:t> Database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FEE3F70-D0D5-A87E-5EBA-3D4A1CC77129}"/>
              </a:ext>
            </a:extLst>
          </p:cNvPr>
          <p:cNvSpPr/>
          <p:nvPr/>
        </p:nvSpPr>
        <p:spPr>
          <a:xfrm>
            <a:off x="9401107" y="3581194"/>
            <a:ext cx="2449963" cy="1006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Qudrant</a:t>
            </a:r>
            <a:r>
              <a:rPr lang="en-US" sz="1400" b="1" dirty="0">
                <a:solidFill>
                  <a:schemeClr val="tx1"/>
                </a:solidFill>
              </a:rPr>
              <a:t> Database contains Log Embeddings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B604079-E363-6384-EA5A-6707CE746F1A}"/>
              </a:ext>
            </a:extLst>
          </p:cNvPr>
          <p:cNvSpPr/>
          <p:nvPr/>
        </p:nvSpPr>
        <p:spPr>
          <a:xfrm>
            <a:off x="3372566" y="3275384"/>
            <a:ext cx="2119229" cy="112731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Agent Service Layer for Orchestrating Queries and Analysis</a:t>
            </a:r>
          </a:p>
        </p:txBody>
      </p: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72350FA7-144F-43AB-D54E-AAF200CE3169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774833" y="2104721"/>
            <a:ext cx="367322" cy="112875"/>
          </a:xfrm>
          <a:prstGeom prst="bentConnector3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0109D30-BF02-2397-DA15-E12D3DE21465}"/>
              </a:ext>
            </a:extLst>
          </p:cNvPr>
          <p:cNvCxnSpPr>
            <a:stCxn id="5" idx="3"/>
          </p:cNvCxnSpPr>
          <p:nvPr/>
        </p:nvCxnSpPr>
        <p:spPr>
          <a:xfrm>
            <a:off x="4067555" y="1426064"/>
            <a:ext cx="730007" cy="8453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E4CC968-1214-F6C8-332A-13777A0613BD}"/>
              </a:ext>
            </a:extLst>
          </p:cNvPr>
          <p:cNvCxnSpPr>
            <a:stCxn id="4" idx="3"/>
          </p:cNvCxnSpPr>
          <p:nvPr/>
        </p:nvCxnSpPr>
        <p:spPr>
          <a:xfrm>
            <a:off x="1890911" y="1426064"/>
            <a:ext cx="738732" cy="8453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0B8A673-EB98-5BC6-09B6-66B810183C7A}"/>
              </a:ext>
            </a:extLst>
          </p:cNvPr>
          <p:cNvCxnSpPr>
            <a:stCxn id="28" idx="3"/>
            <a:endCxn id="56" idx="1"/>
          </p:cNvCxnSpPr>
          <p:nvPr/>
        </p:nvCxnSpPr>
        <p:spPr>
          <a:xfrm>
            <a:off x="1621012" y="2644966"/>
            <a:ext cx="269899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B5D67B7-545B-3752-1D6D-B08466C4D9A1}"/>
              </a:ext>
            </a:extLst>
          </p:cNvPr>
          <p:cNvSpPr txBox="1"/>
          <p:nvPr/>
        </p:nvSpPr>
        <p:spPr>
          <a:xfrm>
            <a:off x="32311" y="3377226"/>
            <a:ext cx="2274661" cy="120032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Admin or Security Professional Interacts with Logging Analysis Agent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3BE84D2-F0B1-03C4-860A-CF7E23BD3924}"/>
              </a:ext>
            </a:extLst>
          </p:cNvPr>
          <p:cNvCxnSpPr>
            <a:stCxn id="10" idx="2"/>
          </p:cNvCxnSpPr>
          <p:nvPr/>
        </p:nvCxnSpPr>
        <p:spPr>
          <a:xfrm flipH="1">
            <a:off x="3554390" y="623914"/>
            <a:ext cx="1" cy="250718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F94BACF-169C-2FDA-1458-5551E1FFA0E1}"/>
              </a:ext>
            </a:extLst>
          </p:cNvPr>
          <p:cNvSpPr/>
          <p:nvPr/>
        </p:nvSpPr>
        <p:spPr>
          <a:xfrm>
            <a:off x="5798422" y="3448556"/>
            <a:ext cx="1424499" cy="10068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Queries converted to Embedding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2B36851-B95C-7A93-7682-22981682F7A7}"/>
              </a:ext>
            </a:extLst>
          </p:cNvPr>
          <p:cNvCxnSpPr/>
          <p:nvPr/>
        </p:nvCxnSpPr>
        <p:spPr>
          <a:xfrm>
            <a:off x="10706720" y="3148410"/>
            <a:ext cx="0" cy="41226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6E952E75-074E-3E41-B3DB-B4D4CC999FBA}"/>
              </a:ext>
            </a:extLst>
          </p:cNvPr>
          <p:cNvCxnSpPr>
            <a:cxnSpLocks/>
            <a:stCxn id="67" idx="3"/>
            <a:endCxn id="102" idx="1"/>
          </p:cNvCxnSpPr>
          <p:nvPr/>
        </p:nvCxnSpPr>
        <p:spPr>
          <a:xfrm>
            <a:off x="5491795" y="3839043"/>
            <a:ext cx="306627" cy="112957"/>
          </a:xfrm>
          <a:prstGeom prst="bentConnector3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11A9ADC-F94A-E44D-97A8-D2A9EB0BE8A2}"/>
              </a:ext>
            </a:extLst>
          </p:cNvPr>
          <p:cNvSpPr/>
          <p:nvPr/>
        </p:nvSpPr>
        <p:spPr>
          <a:xfrm>
            <a:off x="7419071" y="3448556"/>
            <a:ext cx="1424499" cy="10068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Search </a:t>
            </a:r>
            <a:r>
              <a:rPr lang="en-US" sz="1400" dirty="0" err="1">
                <a:solidFill>
                  <a:schemeClr val="tx1"/>
                </a:solidFill>
              </a:rPr>
              <a:t>Qudrant</a:t>
            </a:r>
            <a:r>
              <a:rPr lang="en-US" sz="1400" dirty="0">
                <a:solidFill>
                  <a:schemeClr val="tx1"/>
                </a:solidFill>
              </a:rPr>
              <a:t> Database</a:t>
            </a:r>
          </a:p>
        </p:txBody>
      </p: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FB512A4C-61B6-AB41-3E8B-6001A59800D0}"/>
              </a:ext>
            </a:extLst>
          </p:cNvPr>
          <p:cNvCxnSpPr>
            <a:stCxn id="102" idx="3"/>
            <a:endCxn id="116" idx="1"/>
          </p:cNvCxnSpPr>
          <p:nvPr/>
        </p:nvCxnSpPr>
        <p:spPr>
          <a:xfrm>
            <a:off x="7222921" y="3952000"/>
            <a:ext cx="196150" cy="12700"/>
          </a:xfrm>
          <a:prstGeom prst="bentConnector3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84DBD761-F349-F16B-F98E-D43C98E24385}"/>
              </a:ext>
            </a:extLst>
          </p:cNvPr>
          <p:cNvCxnSpPr>
            <a:stCxn id="116" idx="3"/>
            <a:endCxn id="59" idx="1"/>
          </p:cNvCxnSpPr>
          <p:nvPr/>
        </p:nvCxnSpPr>
        <p:spPr>
          <a:xfrm>
            <a:off x="8843570" y="3952000"/>
            <a:ext cx="557537" cy="132638"/>
          </a:xfrm>
          <a:prstGeom prst="bentConnector3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A1CF691-936B-2B56-F4A8-7115638E757A}"/>
              </a:ext>
            </a:extLst>
          </p:cNvPr>
          <p:cNvSpPr/>
          <p:nvPr/>
        </p:nvSpPr>
        <p:spPr>
          <a:xfrm>
            <a:off x="6661168" y="4588082"/>
            <a:ext cx="2169832" cy="6074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Top K Logs Retrieved</a:t>
            </a:r>
          </a:p>
        </p:txBody>
      </p:sp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98E42AB4-8871-1ABC-98D7-DAC06A3A0962}"/>
              </a:ext>
            </a:extLst>
          </p:cNvPr>
          <p:cNvCxnSpPr>
            <a:stCxn id="59" idx="2"/>
            <a:endCxn id="123" idx="3"/>
          </p:cNvCxnSpPr>
          <p:nvPr/>
        </p:nvCxnSpPr>
        <p:spPr>
          <a:xfrm rot="5400000">
            <a:off x="9576682" y="3842401"/>
            <a:ext cx="303726" cy="1795089"/>
          </a:xfrm>
          <a:prstGeom prst="bentConnector2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8E8ECE14-460C-5DEC-1DAF-4CF833EFFF99}"/>
              </a:ext>
            </a:extLst>
          </p:cNvPr>
          <p:cNvCxnSpPr>
            <a:stCxn id="123" idx="1"/>
          </p:cNvCxnSpPr>
          <p:nvPr/>
        </p:nvCxnSpPr>
        <p:spPr>
          <a:xfrm flipH="1" flipV="1">
            <a:off x="5229918" y="4411848"/>
            <a:ext cx="1431250" cy="47996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4CEC097-E2D4-4F98-2175-849E495E4EFC}"/>
              </a:ext>
            </a:extLst>
          </p:cNvPr>
          <p:cNvSpPr/>
          <p:nvPr/>
        </p:nvSpPr>
        <p:spPr>
          <a:xfrm>
            <a:off x="2886662" y="5954071"/>
            <a:ext cx="2169832" cy="6074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ChatGPT-4 Analyzes Logs 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1C4D6DE-042A-3BDC-B307-DB736DD37D3F}"/>
              </a:ext>
            </a:extLst>
          </p:cNvPr>
          <p:cNvSpPr/>
          <p:nvPr/>
        </p:nvSpPr>
        <p:spPr>
          <a:xfrm>
            <a:off x="3749879" y="4991290"/>
            <a:ext cx="1725668" cy="6074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Log Embeddings Sent to LLM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7C5976E7-FB13-4C5B-2AC0-1BDA77DE05A2}"/>
              </a:ext>
            </a:extLst>
          </p:cNvPr>
          <p:cNvCxnSpPr/>
          <p:nvPr/>
        </p:nvCxnSpPr>
        <p:spPr>
          <a:xfrm>
            <a:off x="4261607" y="4411848"/>
            <a:ext cx="0" cy="57944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3E0E4AFC-1985-3493-DA27-9606239C354E}"/>
              </a:ext>
            </a:extLst>
          </p:cNvPr>
          <p:cNvCxnSpPr/>
          <p:nvPr/>
        </p:nvCxnSpPr>
        <p:spPr>
          <a:xfrm>
            <a:off x="4311941" y="5598742"/>
            <a:ext cx="0" cy="355329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8FF8AA0-D41F-D3B4-EE40-FF8C97A96B20}"/>
              </a:ext>
            </a:extLst>
          </p:cNvPr>
          <p:cNvSpPr/>
          <p:nvPr/>
        </p:nvSpPr>
        <p:spPr>
          <a:xfrm>
            <a:off x="1841721" y="5240859"/>
            <a:ext cx="1725668" cy="6074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Insights About Logs Returned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6F2A03F7-AD12-A3E3-3BD0-52EC30DF4ABB}"/>
              </a:ext>
            </a:extLst>
          </p:cNvPr>
          <p:cNvCxnSpPr>
            <a:stCxn id="131" idx="1"/>
            <a:endCxn id="138" idx="2"/>
          </p:cNvCxnSpPr>
          <p:nvPr/>
        </p:nvCxnSpPr>
        <p:spPr>
          <a:xfrm flipH="1" flipV="1">
            <a:off x="2704555" y="5848311"/>
            <a:ext cx="182107" cy="409486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992294AB-49B6-E2AB-D461-6255EED4B9F3}"/>
              </a:ext>
            </a:extLst>
          </p:cNvPr>
          <p:cNvCxnSpPr>
            <a:stCxn id="138" idx="0"/>
          </p:cNvCxnSpPr>
          <p:nvPr/>
        </p:nvCxnSpPr>
        <p:spPr>
          <a:xfrm flipV="1">
            <a:off x="2704555" y="4455444"/>
            <a:ext cx="796589" cy="785415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51074C5E-3D16-D4C8-9D07-8B9E4663F306}"/>
              </a:ext>
            </a:extLst>
          </p:cNvPr>
          <p:cNvCxnSpPr>
            <a:stCxn id="88" idx="3"/>
            <a:endCxn id="67" idx="1"/>
          </p:cNvCxnSpPr>
          <p:nvPr/>
        </p:nvCxnSpPr>
        <p:spPr>
          <a:xfrm flipV="1">
            <a:off x="2306972" y="3839043"/>
            <a:ext cx="1065594" cy="138348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435248C8-C9AF-92F2-17C6-CC7E351FF25B}"/>
              </a:ext>
            </a:extLst>
          </p:cNvPr>
          <p:cNvCxnSpPr/>
          <p:nvPr/>
        </p:nvCxnSpPr>
        <p:spPr>
          <a:xfrm>
            <a:off x="8518418" y="2589581"/>
            <a:ext cx="312582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85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90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2026-04-16T03:04:07Z</dcterms:created>
  <dcterms:modified xsi:type="dcterms:W3CDTF">2026-04-16T04:35:58Z</dcterms:modified>
</cp:coreProperties>
</file>