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7"/>
  </p:notesMasterIdLst>
  <p:handoutMasterIdLst>
    <p:handoutMasterId r:id="rId38"/>
  </p:handoutMasterIdLst>
  <p:sldIdLst>
    <p:sldId id="569" r:id="rId2"/>
    <p:sldId id="426" r:id="rId3"/>
    <p:sldId id="404" r:id="rId4"/>
    <p:sldId id="405" r:id="rId5"/>
    <p:sldId id="437" r:id="rId6"/>
    <p:sldId id="406" r:id="rId7"/>
    <p:sldId id="446" r:id="rId8"/>
    <p:sldId id="571" r:id="rId9"/>
    <p:sldId id="572" r:id="rId10"/>
    <p:sldId id="573" r:id="rId11"/>
    <p:sldId id="439" r:id="rId12"/>
    <p:sldId id="407" r:id="rId13"/>
    <p:sldId id="409" r:id="rId14"/>
    <p:sldId id="410" r:id="rId15"/>
    <p:sldId id="411" r:id="rId16"/>
    <p:sldId id="412" r:id="rId17"/>
    <p:sldId id="435" r:id="rId18"/>
    <p:sldId id="436" r:id="rId19"/>
    <p:sldId id="447" r:id="rId20"/>
    <p:sldId id="449" r:id="rId21"/>
    <p:sldId id="413" r:id="rId22"/>
    <p:sldId id="414" r:id="rId23"/>
    <p:sldId id="420" r:id="rId24"/>
    <p:sldId id="421" r:id="rId25"/>
    <p:sldId id="448" r:id="rId26"/>
    <p:sldId id="570" r:id="rId27"/>
    <p:sldId id="425" r:id="rId28"/>
    <p:sldId id="428" r:id="rId29"/>
    <p:sldId id="429" r:id="rId30"/>
    <p:sldId id="430" r:id="rId31"/>
    <p:sldId id="422" r:id="rId32"/>
    <p:sldId id="445" r:id="rId33"/>
    <p:sldId id="444" r:id="rId34"/>
    <p:sldId id="423" r:id="rId35"/>
    <p:sldId id="424"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0CECE"/>
    <a:srgbClr val="FDCE01"/>
    <a:srgbClr val="FFCA2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668" autoAdjust="0"/>
    <p:restoredTop sz="92721" autoAdjust="0"/>
  </p:normalViewPr>
  <p:slideViewPr>
    <p:cSldViewPr snapToGrid="0" snapToObjects="1">
      <p:cViewPr varScale="1">
        <p:scale>
          <a:sx n="118" d="100"/>
          <a:sy n="118" d="100"/>
        </p:scale>
        <p:origin x="1024" y="88"/>
      </p:cViewPr>
      <p:guideLst/>
    </p:cSldViewPr>
  </p:slideViewPr>
  <p:outlineViewPr>
    <p:cViewPr>
      <p:scale>
        <a:sx n="33" d="100"/>
        <a:sy n="33" d="100"/>
      </p:scale>
      <p:origin x="0" y="-6330"/>
    </p:cViewPr>
  </p:outlineViewPr>
  <p:notesTextViewPr>
    <p:cViewPr>
      <p:scale>
        <a:sx n="1" d="1"/>
        <a:sy n="1" d="1"/>
      </p:scale>
      <p:origin x="0" y="0"/>
    </p:cViewPr>
  </p:notesTextViewPr>
  <p:notesViewPr>
    <p:cSldViewPr snapToGrid="0" snapToObjects="1">
      <p:cViewPr varScale="1">
        <p:scale>
          <a:sx n="115" d="100"/>
          <a:sy n="115" d="100"/>
        </p:scale>
        <p:origin x="3280" y="21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B2B353B-17DE-F24E-9686-9B8AC9ABF674}" type="datetimeFigureOut">
              <a:rPr lang="en-US" smtClean="0"/>
              <a:t>1/5/26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83FAFBE-6A90-E941-9DCD-9279D83C8C17}" type="slidenum">
              <a:rPr lang="en-US" smtClean="0"/>
              <a:t>‹#›</a:t>
            </a:fld>
            <a:endParaRPr lang="en-US"/>
          </a:p>
        </p:txBody>
      </p:sp>
    </p:spTree>
    <p:extLst>
      <p:ext uri="{BB962C8B-B14F-4D97-AF65-F5344CB8AC3E}">
        <p14:creationId xmlns:p14="http://schemas.microsoft.com/office/powerpoint/2010/main" val="16295855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5E00F6-FCEB-3240-BF91-2FE8D291BB05}" type="datetimeFigureOut">
              <a:rPr lang="en-US" smtClean="0"/>
              <a:t>1/5/26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01AEB7-DF1E-074E-AD3C-BD912806E15D}" type="slidenum">
              <a:rPr lang="en-US" smtClean="0"/>
              <a:t>‹#›</a:t>
            </a:fld>
            <a:endParaRPr lang="en-US"/>
          </a:p>
        </p:txBody>
      </p:sp>
    </p:spTree>
    <p:extLst>
      <p:ext uri="{BB962C8B-B14F-4D97-AF65-F5344CB8AC3E}">
        <p14:creationId xmlns:p14="http://schemas.microsoft.com/office/powerpoint/2010/main" val="6143817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685800" y="1143000"/>
            <a:ext cx="5486400" cy="3086100"/>
          </a:xfrm>
        </p:spPr>
      </p:sp>
      <p:sp>
        <p:nvSpPr>
          <p:cNvPr id="3" name="슬라이드 노트 개체 틀 2"/>
          <p:cNvSpPr>
            <a:spLocks noGrp="1"/>
          </p:cNvSpPr>
          <p:nvPr>
            <p:ph type="body" idx="1"/>
          </p:nvPr>
        </p:nvSpPr>
        <p:spPr/>
        <p:txBody>
          <a:bodyPr/>
          <a:lstStyle/>
          <a:p>
            <a:endParaRPr kumimoji="1" lang="ko-KR" altLang="en-US" dirty="0"/>
          </a:p>
        </p:txBody>
      </p:sp>
      <p:sp>
        <p:nvSpPr>
          <p:cNvPr id="4" name="슬라이드 번호 개체 틀 3"/>
          <p:cNvSpPr>
            <a:spLocks noGrp="1"/>
          </p:cNvSpPr>
          <p:nvPr>
            <p:ph type="sldNum" sz="quarter" idx="10"/>
          </p:nvPr>
        </p:nvSpPr>
        <p:spPr/>
        <p:txBody>
          <a:bodyPr/>
          <a:lstStyle/>
          <a:p>
            <a:fld id="{BF01AEB7-DF1E-074E-AD3C-BD912806E15D}" type="slidenum">
              <a:rPr lang="en-US" smtClean="0"/>
              <a:t>1</a:t>
            </a:fld>
            <a:endParaRPr lang="en-US"/>
          </a:p>
        </p:txBody>
      </p:sp>
    </p:spTree>
    <p:extLst>
      <p:ext uri="{BB962C8B-B14F-4D97-AF65-F5344CB8AC3E}">
        <p14:creationId xmlns:p14="http://schemas.microsoft.com/office/powerpoint/2010/main" val="193935426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7ED3B01-B7F5-D87F-F037-29CF8C01DED4}"/>
              </a:ext>
            </a:extLst>
          </p:cNvPr>
          <p:cNvPicPr>
            <a:picLocks noChangeAspect="1"/>
          </p:cNvPicPr>
          <p:nvPr userDrawn="1"/>
        </p:nvPicPr>
        <p:blipFill>
          <a:blip r:embed="rId2"/>
          <a:srcRect t="20642" b="21099"/>
          <a:stretch>
            <a:fillRect/>
          </a:stretch>
        </p:blipFill>
        <p:spPr>
          <a:xfrm>
            <a:off x="0" y="0"/>
            <a:ext cx="12192000" cy="7102928"/>
          </a:xfrm>
          <a:prstGeom prst="rect">
            <a:avLst/>
          </a:prstGeom>
        </p:spPr>
      </p:pic>
      <p:sp>
        <p:nvSpPr>
          <p:cNvPr id="2" name="Title 1"/>
          <p:cNvSpPr>
            <a:spLocks noGrp="1"/>
          </p:cNvSpPr>
          <p:nvPr>
            <p:ph type="ctrTitle"/>
          </p:nvPr>
        </p:nvSpPr>
        <p:spPr>
          <a:xfrm>
            <a:off x="4126230" y="756603"/>
            <a:ext cx="6762750" cy="2387600"/>
          </a:xfrm>
        </p:spPr>
        <p:txBody>
          <a:bodyPr anchor="b"/>
          <a:lstStyle>
            <a:lvl1pPr algn="ctr">
              <a:defRPr sz="6000" b="1">
                <a:solidFill>
                  <a:schemeClr val="accent1">
                    <a:lumMod val="20000"/>
                    <a:lumOff val="80000"/>
                  </a:schemeClr>
                </a:solidFill>
                <a:latin typeface="Palatino" pitchFamily="2" charset="77"/>
                <a:ea typeface="Palatino" pitchFamily="2" charset="77"/>
              </a:defRPr>
            </a:lvl1pPr>
          </a:lstStyle>
          <a:p>
            <a:r>
              <a:rPr lang="en-US" dirty="0"/>
              <a:t>Click to edit Master title style</a:t>
            </a:r>
          </a:p>
        </p:txBody>
      </p:sp>
      <p:sp>
        <p:nvSpPr>
          <p:cNvPr id="3" name="Subtitle 2"/>
          <p:cNvSpPr>
            <a:spLocks noGrp="1"/>
          </p:cNvSpPr>
          <p:nvPr>
            <p:ph type="subTitle" idx="1"/>
          </p:nvPr>
        </p:nvSpPr>
        <p:spPr>
          <a:xfrm>
            <a:off x="3905250" y="3602038"/>
            <a:ext cx="5284470" cy="1655762"/>
          </a:xfrm>
        </p:spPr>
        <p:txBody>
          <a:bodyPr/>
          <a:lstStyle>
            <a:lvl1pPr marL="0" indent="0" algn="ctr">
              <a:buNone/>
              <a:defRPr sz="2400">
                <a:solidFill>
                  <a:schemeClr val="bg1"/>
                </a:solidFill>
                <a:latin typeface="Palatino" pitchFamily="2" charset="77"/>
                <a:ea typeface="Palatino"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812226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atin typeface="Palatino" pitchFamily="2" charset="77"/>
                <a:ea typeface="Palatino" pitchFamily="2" charset="77"/>
              </a:defRPr>
            </a:lvl1pPr>
          </a:lstStyle>
          <a:p>
            <a:r>
              <a:rPr lang="en-US" dirty="0"/>
              <a:t>Click to edit Master title style</a:t>
            </a:r>
          </a:p>
        </p:txBody>
      </p:sp>
      <p:sp>
        <p:nvSpPr>
          <p:cNvPr id="3" name="Content Placeholder 2"/>
          <p:cNvSpPr>
            <a:spLocks noGrp="1"/>
          </p:cNvSpPr>
          <p:nvPr>
            <p:ph idx="1"/>
          </p:nvPr>
        </p:nvSpPr>
        <p:spPr/>
        <p:txBody>
          <a:bodyPr/>
          <a:lstStyle>
            <a:lvl1pPr>
              <a:defRPr>
                <a:latin typeface="Palatino" pitchFamily="2" charset="77"/>
                <a:ea typeface="Palatino" pitchFamily="2" charset="77"/>
              </a:defRPr>
            </a:lvl1pPr>
            <a:lvl2pPr>
              <a:defRPr>
                <a:latin typeface="Palatino" pitchFamily="2" charset="77"/>
                <a:ea typeface="Palatino" pitchFamily="2" charset="77"/>
              </a:defRPr>
            </a:lvl2pPr>
            <a:lvl3pPr>
              <a:defRPr>
                <a:latin typeface="Palatino" pitchFamily="2" charset="77"/>
                <a:ea typeface="Palatino" pitchFamily="2" charset="77"/>
              </a:defRPr>
            </a:lvl3pPr>
            <a:lvl4pPr>
              <a:defRPr>
                <a:latin typeface="Palatino" pitchFamily="2" charset="77"/>
                <a:ea typeface="Palatino" pitchFamily="2" charset="77"/>
              </a:defRPr>
            </a:lvl4pPr>
            <a:lvl5pPr>
              <a:defRPr>
                <a:latin typeface="Palatino" pitchFamily="2" charset="77"/>
                <a:ea typeface="Palatino"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346488" y="6567986"/>
            <a:ext cx="2552491" cy="272922"/>
          </a:xfrm>
          <a:prstGeom prst="rect">
            <a:avLst/>
          </a:prstGeom>
        </p:spPr>
        <p:txBody>
          <a:bodyPr/>
          <a:lstStyle>
            <a:lvl1pPr>
              <a:defRPr sz="1300">
                <a:solidFill>
                  <a:schemeClr val="tx1"/>
                </a:solidFill>
                <a:latin typeface="Helvetica" charset="0"/>
                <a:ea typeface="Helvetica" charset="0"/>
                <a:cs typeface="Helvetica" charset="0"/>
              </a:defRPr>
            </a:lvl1pPr>
          </a:lstStyle>
          <a:p>
            <a:fld id="{6ABB6B21-40D6-814A-9ECB-634709B3F449}" type="datetime1">
              <a:rPr lang="en-US" altLang="ko-KR" smtClean="0"/>
              <a:t>1/5/26</a:t>
            </a:fld>
            <a:endParaRPr lang="en-US" dirty="0"/>
          </a:p>
        </p:txBody>
      </p:sp>
      <p:sp>
        <p:nvSpPr>
          <p:cNvPr id="7" name="Slide Number Placeholder 5"/>
          <p:cNvSpPr>
            <a:spLocks noGrp="1"/>
          </p:cNvSpPr>
          <p:nvPr>
            <p:ph type="sldNum" sz="quarter" idx="12"/>
          </p:nvPr>
        </p:nvSpPr>
        <p:spPr>
          <a:xfrm>
            <a:off x="10943256" y="6527276"/>
            <a:ext cx="1191592" cy="272922"/>
          </a:xfrm>
          <a:prstGeom prst="rect">
            <a:avLst/>
          </a:prstGeom>
        </p:spPr>
        <p:txBody>
          <a:bodyPr/>
          <a:lstStyle>
            <a:lvl1pPr algn="r">
              <a:defRPr sz="1400">
                <a:latin typeface="Helvetica" charset="0"/>
                <a:ea typeface="Helvetica" charset="0"/>
                <a:cs typeface="Helvetica" charset="0"/>
              </a:defRPr>
            </a:lvl1pPr>
          </a:lstStyle>
          <a:p>
            <a:fld id="{D0B5CDF8-54D5-6043-A52E-76818AC5EAB8}" type="slidenum">
              <a:rPr lang="en-US" smtClean="0"/>
              <a:pPr/>
              <a:t>‹#›</a:t>
            </a:fld>
            <a:endParaRPr lang="en-US" dirty="0"/>
          </a:p>
        </p:txBody>
      </p:sp>
    </p:spTree>
    <p:extLst>
      <p:ext uri="{BB962C8B-B14F-4D97-AF65-F5344CB8AC3E}">
        <p14:creationId xmlns:p14="http://schemas.microsoft.com/office/powerpoint/2010/main" val="14564921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b="1">
                <a:latin typeface="Palatino" pitchFamily="2" charset="77"/>
                <a:ea typeface="Palatino" pitchFamily="2" charset="77"/>
              </a:defRPr>
            </a:lvl1pPr>
          </a:lstStyle>
          <a:p>
            <a:r>
              <a:rPr lang="en-US" dirty="0"/>
              <a:t>Click to edit Master title style</a:t>
            </a:r>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solidFill>
                <a:latin typeface="Palatino" pitchFamily="2" charset="77"/>
                <a:ea typeface="Palatino"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a:xfrm>
            <a:off x="1191592" y="6567986"/>
            <a:ext cx="2552491" cy="272922"/>
          </a:xfrm>
          <a:prstGeom prst="rect">
            <a:avLst/>
          </a:prstGeom>
        </p:spPr>
        <p:txBody>
          <a:bodyPr/>
          <a:lstStyle/>
          <a:p>
            <a:fld id="{9029E13D-40B0-244A-8DFA-4F9B4B8A63F1}" type="datetime1">
              <a:rPr lang="en-US" altLang="ko-KR" smtClean="0"/>
              <a:t>1/5/26</a:t>
            </a:fld>
            <a:endParaRPr lang="en-US"/>
          </a:p>
        </p:txBody>
      </p:sp>
      <p:sp>
        <p:nvSpPr>
          <p:cNvPr id="5" name="Footer Placeholder 4"/>
          <p:cNvSpPr>
            <a:spLocks noGrp="1"/>
          </p:cNvSpPr>
          <p:nvPr>
            <p:ph type="ftr" sz="quarter" idx="11"/>
          </p:nvPr>
        </p:nvSpPr>
        <p:spPr>
          <a:xfrm>
            <a:off x="838199" y="6513922"/>
            <a:ext cx="6545367" cy="207554"/>
          </a:xfrm>
          <a:prstGeom prst="rect">
            <a:avLst/>
          </a:prstGeom>
        </p:spPr>
        <p:txBody>
          <a:bodyPr/>
          <a:lstStyle/>
          <a:p>
            <a:endParaRPr lang="en-US"/>
          </a:p>
        </p:txBody>
      </p:sp>
      <p:sp>
        <p:nvSpPr>
          <p:cNvPr id="6" name="Slide Number Placeholder 5"/>
          <p:cNvSpPr>
            <a:spLocks noGrp="1"/>
          </p:cNvSpPr>
          <p:nvPr>
            <p:ph type="sldNum" sz="quarter" idx="12"/>
          </p:nvPr>
        </p:nvSpPr>
        <p:spPr>
          <a:xfrm>
            <a:off x="0" y="6567986"/>
            <a:ext cx="1191592" cy="272922"/>
          </a:xfrm>
          <a:prstGeom prst="rect">
            <a:avLst/>
          </a:prstGeom>
        </p:spPr>
        <p:txBody>
          <a:bodyPr/>
          <a:lstStyle/>
          <a:p>
            <a:fld id="{D0B5CDF8-54D5-6043-A52E-76818AC5EAB8}" type="slidenum">
              <a:rPr lang="en-US" smtClean="0"/>
              <a:t>‹#›</a:t>
            </a:fld>
            <a:endParaRPr lang="en-US"/>
          </a:p>
        </p:txBody>
      </p:sp>
    </p:spTree>
    <p:extLst>
      <p:ext uri="{BB962C8B-B14F-4D97-AF65-F5344CB8AC3E}">
        <p14:creationId xmlns:p14="http://schemas.microsoft.com/office/powerpoint/2010/main" val="967838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atin typeface="Palatino" pitchFamily="2" charset="77"/>
                <a:ea typeface="Palatino" pitchFamily="2" charset="77"/>
              </a:defRPr>
            </a:lvl1pPr>
          </a:lstStyle>
          <a:p>
            <a:r>
              <a:rPr lang="en-US" dirty="0"/>
              <a:t>Click to edit Master title style</a:t>
            </a:r>
          </a:p>
        </p:txBody>
      </p:sp>
      <p:sp>
        <p:nvSpPr>
          <p:cNvPr id="3" name="Content Placeholder 2"/>
          <p:cNvSpPr>
            <a:spLocks noGrp="1"/>
          </p:cNvSpPr>
          <p:nvPr>
            <p:ph sz="half" idx="1"/>
          </p:nvPr>
        </p:nvSpPr>
        <p:spPr>
          <a:xfrm>
            <a:off x="838200" y="1825625"/>
            <a:ext cx="5181600" cy="4351338"/>
          </a:xfrm>
        </p:spPr>
        <p:txBody>
          <a:bodyPr/>
          <a:lstStyle>
            <a:lvl1pPr>
              <a:defRPr>
                <a:latin typeface="Palatino" pitchFamily="2" charset="77"/>
                <a:ea typeface="Palatino" pitchFamily="2" charset="77"/>
              </a:defRPr>
            </a:lvl1pPr>
            <a:lvl2pPr>
              <a:defRPr>
                <a:latin typeface="Palatino" pitchFamily="2" charset="77"/>
                <a:ea typeface="Palatino" pitchFamily="2" charset="77"/>
              </a:defRPr>
            </a:lvl2pPr>
            <a:lvl3pPr>
              <a:defRPr>
                <a:latin typeface="Palatino" pitchFamily="2" charset="77"/>
                <a:ea typeface="Palatino" pitchFamily="2" charset="77"/>
              </a:defRPr>
            </a:lvl3pPr>
            <a:lvl4pPr>
              <a:defRPr>
                <a:latin typeface="Palatino" pitchFamily="2" charset="77"/>
                <a:ea typeface="Palatino" pitchFamily="2" charset="77"/>
              </a:defRPr>
            </a:lvl4pPr>
            <a:lvl5pPr>
              <a:defRPr>
                <a:latin typeface="Palatino" pitchFamily="2" charset="77"/>
                <a:ea typeface="Palatino"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lstStyle>
            <a:lvl1pPr>
              <a:defRPr>
                <a:latin typeface="Palatino" pitchFamily="2" charset="77"/>
                <a:ea typeface="Palatino" pitchFamily="2" charset="77"/>
              </a:defRPr>
            </a:lvl1pPr>
            <a:lvl2pPr>
              <a:defRPr>
                <a:latin typeface="Palatino" pitchFamily="2" charset="77"/>
                <a:ea typeface="Palatino" pitchFamily="2" charset="77"/>
              </a:defRPr>
            </a:lvl2pPr>
            <a:lvl3pPr>
              <a:defRPr>
                <a:latin typeface="Palatino" pitchFamily="2" charset="77"/>
                <a:ea typeface="Palatino" pitchFamily="2" charset="77"/>
              </a:defRPr>
            </a:lvl3pPr>
            <a:lvl4pPr>
              <a:defRPr>
                <a:latin typeface="Palatino" pitchFamily="2" charset="77"/>
                <a:ea typeface="Palatino" pitchFamily="2" charset="77"/>
              </a:defRPr>
            </a:lvl4pPr>
            <a:lvl5pPr>
              <a:defRPr>
                <a:latin typeface="Palatino" pitchFamily="2" charset="77"/>
                <a:ea typeface="Palatino"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a:xfrm>
            <a:off x="1191592" y="6567986"/>
            <a:ext cx="2552491" cy="272922"/>
          </a:xfrm>
          <a:prstGeom prst="rect">
            <a:avLst/>
          </a:prstGeom>
        </p:spPr>
        <p:txBody>
          <a:bodyPr/>
          <a:lstStyle/>
          <a:p>
            <a:fld id="{894AEBD8-BD98-8243-A59C-767239B8455A}" type="datetime1">
              <a:rPr lang="en-US" altLang="ko-KR" smtClean="0"/>
              <a:t>1/5/26</a:t>
            </a:fld>
            <a:endParaRPr lang="en-US"/>
          </a:p>
        </p:txBody>
      </p:sp>
      <p:sp>
        <p:nvSpPr>
          <p:cNvPr id="6" name="Footer Placeholder 5"/>
          <p:cNvSpPr>
            <a:spLocks noGrp="1"/>
          </p:cNvSpPr>
          <p:nvPr>
            <p:ph type="ftr" sz="quarter" idx="11"/>
          </p:nvPr>
        </p:nvSpPr>
        <p:spPr>
          <a:xfrm>
            <a:off x="838199" y="6513922"/>
            <a:ext cx="6545367" cy="207554"/>
          </a:xfrm>
          <a:prstGeom prst="rect">
            <a:avLst/>
          </a:prstGeom>
        </p:spPr>
        <p:txBody>
          <a:bodyPr/>
          <a:lstStyle/>
          <a:p>
            <a:endParaRPr lang="en-US"/>
          </a:p>
        </p:txBody>
      </p:sp>
      <p:sp>
        <p:nvSpPr>
          <p:cNvPr id="7" name="Slide Number Placeholder 6"/>
          <p:cNvSpPr>
            <a:spLocks noGrp="1"/>
          </p:cNvSpPr>
          <p:nvPr>
            <p:ph type="sldNum" sz="quarter" idx="12"/>
          </p:nvPr>
        </p:nvSpPr>
        <p:spPr>
          <a:xfrm>
            <a:off x="0" y="6567986"/>
            <a:ext cx="1191592" cy="272922"/>
          </a:xfrm>
          <a:prstGeom prst="rect">
            <a:avLst/>
          </a:prstGeom>
        </p:spPr>
        <p:txBody>
          <a:bodyPr/>
          <a:lstStyle/>
          <a:p>
            <a:fld id="{D0B5CDF8-54D5-6043-A52E-76818AC5EAB8}" type="slidenum">
              <a:rPr lang="en-US" smtClean="0"/>
              <a:t>‹#›</a:t>
            </a:fld>
            <a:endParaRPr lang="en-US"/>
          </a:p>
        </p:txBody>
      </p:sp>
    </p:spTree>
    <p:extLst>
      <p:ext uri="{BB962C8B-B14F-4D97-AF65-F5344CB8AC3E}">
        <p14:creationId xmlns:p14="http://schemas.microsoft.com/office/powerpoint/2010/main" val="1000373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lvl1pPr>
              <a:defRPr b="1">
                <a:latin typeface="Palatino" pitchFamily="2" charset="77"/>
                <a:ea typeface="Palatino" pitchFamily="2" charset="77"/>
              </a:defRPr>
            </a:lvl1pPr>
          </a:lstStyle>
          <a:p>
            <a:r>
              <a:rPr lang="en-US" dirty="0"/>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Palatino" pitchFamily="2" charset="77"/>
                <a:ea typeface="Palatino"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9" y="2505075"/>
            <a:ext cx="5157787" cy="3684588"/>
          </a:xfrm>
        </p:spPr>
        <p:txBody>
          <a:bodyPr/>
          <a:lstStyle>
            <a:lvl1pPr>
              <a:defRPr>
                <a:latin typeface="Palatino" pitchFamily="2" charset="77"/>
                <a:ea typeface="Palatino" pitchFamily="2" charset="77"/>
              </a:defRPr>
            </a:lvl1pPr>
            <a:lvl2pPr>
              <a:defRPr>
                <a:latin typeface="Palatino" pitchFamily="2" charset="77"/>
                <a:ea typeface="Palatino" pitchFamily="2" charset="77"/>
              </a:defRPr>
            </a:lvl2pPr>
            <a:lvl3pPr>
              <a:defRPr>
                <a:latin typeface="Palatino" pitchFamily="2" charset="77"/>
                <a:ea typeface="Palatino" pitchFamily="2" charset="77"/>
              </a:defRPr>
            </a:lvl3pPr>
            <a:lvl4pPr>
              <a:defRPr>
                <a:latin typeface="Palatino" pitchFamily="2" charset="77"/>
                <a:ea typeface="Palatino" pitchFamily="2" charset="77"/>
              </a:defRPr>
            </a:lvl4pPr>
            <a:lvl5pPr>
              <a:defRPr>
                <a:latin typeface="Palatino" pitchFamily="2" charset="77"/>
                <a:ea typeface="Palatino"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atin typeface="Palatino" pitchFamily="2" charset="77"/>
                <a:ea typeface="Palatino"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1" y="2505075"/>
            <a:ext cx="5183188" cy="3684588"/>
          </a:xfrm>
        </p:spPr>
        <p:txBody>
          <a:bodyPr/>
          <a:lstStyle>
            <a:lvl1pPr>
              <a:defRPr>
                <a:latin typeface="Palatino" pitchFamily="2" charset="77"/>
                <a:ea typeface="Palatino" pitchFamily="2" charset="77"/>
              </a:defRPr>
            </a:lvl1pPr>
            <a:lvl2pPr>
              <a:defRPr>
                <a:latin typeface="Palatino" pitchFamily="2" charset="77"/>
                <a:ea typeface="Palatino" pitchFamily="2" charset="77"/>
              </a:defRPr>
            </a:lvl2pPr>
            <a:lvl3pPr>
              <a:defRPr>
                <a:latin typeface="Palatino" pitchFamily="2" charset="77"/>
                <a:ea typeface="Palatino" pitchFamily="2" charset="77"/>
              </a:defRPr>
            </a:lvl3pPr>
            <a:lvl4pPr>
              <a:defRPr>
                <a:latin typeface="Palatino" pitchFamily="2" charset="77"/>
                <a:ea typeface="Palatino" pitchFamily="2" charset="77"/>
              </a:defRPr>
            </a:lvl4pPr>
            <a:lvl5pPr>
              <a:defRPr>
                <a:latin typeface="Palatino" pitchFamily="2" charset="77"/>
                <a:ea typeface="Palatino"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a:xfrm>
            <a:off x="1191592" y="6567986"/>
            <a:ext cx="2552491" cy="272922"/>
          </a:xfrm>
          <a:prstGeom prst="rect">
            <a:avLst/>
          </a:prstGeom>
        </p:spPr>
        <p:txBody>
          <a:bodyPr/>
          <a:lstStyle/>
          <a:p>
            <a:fld id="{62B4448A-F043-4648-A57D-038621CC4C6A}" type="datetime1">
              <a:rPr lang="en-US" altLang="ko-KR" smtClean="0"/>
              <a:t>1/5/26</a:t>
            </a:fld>
            <a:endParaRPr lang="en-US"/>
          </a:p>
        </p:txBody>
      </p:sp>
      <p:sp>
        <p:nvSpPr>
          <p:cNvPr id="8" name="Footer Placeholder 7"/>
          <p:cNvSpPr>
            <a:spLocks noGrp="1"/>
          </p:cNvSpPr>
          <p:nvPr>
            <p:ph type="ftr" sz="quarter" idx="11"/>
          </p:nvPr>
        </p:nvSpPr>
        <p:spPr>
          <a:xfrm>
            <a:off x="838199" y="6513922"/>
            <a:ext cx="6545367" cy="207554"/>
          </a:xfrm>
          <a:prstGeom prst="rect">
            <a:avLst/>
          </a:prstGeom>
        </p:spPr>
        <p:txBody>
          <a:bodyPr/>
          <a:lstStyle/>
          <a:p>
            <a:endParaRPr lang="en-US"/>
          </a:p>
        </p:txBody>
      </p:sp>
      <p:sp>
        <p:nvSpPr>
          <p:cNvPr id="9" name="Slide Number Placeholder 8"/>
          <p:cNvSpPr>
            <a:spLocks noGrp="1"/>
          </p:cNvSpPr>
          <p:nvPr>
            <p:ph type="sldNum" sz="quarter" idx="12"/>
          </p:nvPr>
        </p:nvSpPr>
        <p:spPr>
          <a:xfrm>
            <a:off x="0" y="6567986"/>
            <a:ext cx="1191592" cy="272922"/>
          </a:xfrm>
          <a:prstGeom prst="rect">
            <a:avLst/>
          </a:prstGeom>
        </p:spPr>
        <p:txBody>
          <a:bodyPr/>
          <a:lstStyle/>
          <a:p>
            <a:fld id="{D0B5CDF8-54D5-6043-A52E-76818AC5EAB8}" type="slidenum">
              <a:rPr lang="en-US" smtClean="0"/>
              <a:t>‹#›</a:t>
            </a:fld>
            <a:endParaRPr lang="en-US"/>
          </a:p>
        </p:txBody>
      </p:sp>
    </p:spTree>
    <p:extLst>
      <p:ext uri="{BB962C8B-B14F-4D97-AF65-F5344CB8AC3E}">
        <p14:creationId xmlns:p14="http://schemas.microsoft.com/office/powerpoint/2010/main" val="6345136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0" y="6567986"/>
            <a:ext cx="1191592" cy="272922"/>
          </a:xfrm>
          <a:prstGeom prst="rect">
            <a:avLst/>
          </a:prstGeom>
        </p:spPr>
        <p:txBody>
          <a:bodyPr/>
          <a:lstStyle/>
          <a:p>
            <a:fld id="{D0B5CDF8-54D5-6043-A52E-76818AC5EAB8}" type="slidenum">
              <a:rPr lang="en-US" smtClean="0"/>
              <a:t>‹#›</a:t>
            </a:fld>
            <a:endParaRPr lang="en-US"/>
          </a:p>
        </p:txBody>
      </p:sp>
      <p:sp>
        <p:nvSpPr>
          <p:cNvPr id="6" name="Title 1"/>
          <p:cNvSpPr txBox="1">
            <a:spLocks/>
          </p:cNvSpPr>
          <p:nvPr userDrawn="1"/>
        </p:nvSpPr>
        <p:spPr>
          <a:xfrm>
            <a:off x="542109" y="365127"/>
            <a:ext cx="9462167" cy="1429491"/>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b="0" i="0" kern="1200">
                <a:solidFill>
                  <a:schemeClr val="tx1"/>
                </a:solidFill>
                <a:latin typeface="Helvetica Neue Medium" charset="0"/>
                <a:ea typeface="Helvetica Neue Medium" charset="0"/>
                <a:cs typeface="Helvetica Neue Medium" charset="0"/>
              </a:defRPr>
            </a:lvl1pPr>
          </a:lstStyle>
          <a:p>
            <a:endParaRPr lang="en-US" sz="4400" dirty="0"/>
          </a:p>
        </p:txBody>
      </p:sp>
      <p:sp>
        <p:nvSpPr>
          <p:cNvPr id="8" name="Chart Placeholder 7"/>
          <p:cNvSpPr>
            <a:spLocks noGrp="1"/>
          </p:cNvSpPr>
          <p:nvPr>
            <p:ph type="chart" sz="quarter" idx="13"/>
          </p:nvPr>
        </p:nvSpPr>
        <p:spPr>
          <a:xfrm>
            <a:off x="542108" y="1939896"/>
            <a:ext cx="11296667" cy="4050707"/>
          </a:xfrm>
        </p:spPr>
        <p:txBody>
          <a:bodyPr/>
          <a:lstStyle>
            <a:lvl1pPr>
              <a:defRPr>
                <a:latin typeface="Palatino" pitchFamily="2" charset="77"/>
                <a:ea typeface="Palatino" pitchFamily="2" charset="77"/>
              </a:defRPr>
            </a:lvl1pPr>
          </a:lstStyle>
          <a:p>
            <a:r>
              <a:rPr lang="en-US" dirty="0"/>
              <a:t>Click icon to add chart</a:t>
            </a:r>
          </a:p>
        </p:txBody>
      </p:sp>
    </p:spTree>
    <p:extLst>
      <p:ext uri="{BB962C8B-B14F-4D97-AF65-F5344CB8AC3E}">
        <p14:creationId xmlns:p14="http://schemas.microsoft.com/office/powerpoint/2010/main" val="20150115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1191592" y="6567986"/>
            <a:ext cx="2552491" cy="272922"/>
          </a:xfrm>
          <a:prstGeom prst="rect">
            <a:avLst/>
          </a:prstGeom>
        </p:spPr>
        <p:txBody>
          <a:bodyPr/>
          <a:lstStyle/>
          <a:p>
            <a:fld id="{767A0670-3126-4F49-BD23-9DCF04CA2D7E}" type="datetime1">
              <a:rPr lang="en-US" altLang="ko-KR" smtClean="0"/>
              <a:t>1/5/26</a:t>
            </a:fld>
            <a:endParaRPr lang="en-US"/>
          </a:p>
        </p:txBody>
      </p:sp>
      <p:sp>
        <p:nvSpPr>
          <p:cNvPr id="3" name="Footer Placeholder 2"/>
          <p:cNvSpPr>
            <a:spLocks noGrp="1"/>
          </p:cNvSpPr>
          <p:nvPr>
            <p:ph type="ftr" sz="quarter" idx="11"/>
          </p:nvPr>
        </p:nvSpPr>
        <p:spPr>
          <a:xfrm>
            <a:off x="838199" y="6513922"/>
            <a:ext cx="6545367" cy="207554"/>
          </a:xfrm>
          <a:prstGeom prst="rect">
            <a:avLst/>
          </a:prstGeom>
        </p:spPr>
        <p:txBody>
          <a:bodyPr/>
          <a:lstStyle/>
          <a:p>
            <a:endParaRPr lang="en-US"/>
          </a:p>
        </p:txBody>
      </p:sp>
      <p:sp>
        <p:nvSpPr>
          <p:cNvPr id="4" name="Slide Number Placeholder 3"/>
          <p:cNvSpPr>
            <a:spLocks noGrp="1"/>
          </p:cNvSpPr>
          <p:nvPr>
            <p:ph type="sldNum" sz="quarter" idx="12"/>
          </p:nvPr>
        </p:nvSpPr>
        <p:spPr>
          <a:xfrm>
            <a:off x="0" y="6567986"/>
            <a:ext cx="1191592" cy="272922"/>
          </a:xfrm>
          <a:prstGeom prst="rect">
            <a:avLst/>
          </a:prstGeom>
        </p:spPr>
        <p:txBody>
          <a:bodyPr/>
          <a:lstStyle/>
          <a:p>
            <a:fld id="{D0B5CDF8-54D5-6043-A52E-76818AC5EAB8}" type="slidenum">
              <a:rPr lang="en-US" smtClean="0"/>
              <a:t>‹#›</a:t>
            </a:fld>
            <a:endParaRPr lang="en-US"/>
          </a:p>
        </p:txBody>
      </p:sp>
    </p:spTree>
    <p:extLst>
      <p:ext uri="{BB962C8B-B14F-4D97-AF65-F5344CB8AC3E}">
        <p14:creationId xmlns:p14="http://schemas.microsoft.com/office/powerpoint/2010/main" val="482226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atin typeface="Palatino" pitchFamily="2" charset="77"/>
                <a:ea typeface="Palatino" pitchFamily="2" charset="77"/>
              </a:defRPr>
            </a:lvl1pPr>
          </a:lstStyle>
          <a:p>
            <a:r>
              <a:rPr lang="en-US" dirty="0"/>
              <a:t>Click to edit Master title style</a:t>
            </a:r>
          </a:p>
        </p:txBody>
      </p:sp>
      <p:sp>
        <p:nvSpPr>
          <p:cNvPr id="3" name="Content Placeholder 2"/>
          <p:cNvSpPr>
            <a:spLocks noGrp="1"/>
          </p:cNvSpPr>
          <p:nvPr>
            <p:ph idx="1"/>
          </p:nvPr>
        </p:nvSpPr>
        <p:spPr>
          <a:xfrm>
            <a:off x="5183188" y="987427"/>
            <a:ext cx="6172200" cy="4873625"/>
          </a:xfrm>
        </p:spPr>
        <p:txBody>
          <a:bodyPr/>
          <a:lstStyle>
            <a:lvl1pPr>
              <a:defRPr sz="3200">
                <a:latin typeface="Palatino" pitchFamily="2" charset="77"/>
                <a:ea typeface="Palatino" pitchFamily="2" charset="77"/>
              </a:defRPr>
            </a:lvl1pPr>
            <a:lvl2pPr>
              <a:defRPr sz="2800">
                <a:latin typeface="Palatino" pitchFamily="2" charset="77"/>
                <a:ea typeface="Palatino" pitchFamily="2" charset="77"/>
              </a:defRPr>
            </a:lvl2pPr>
            <a:lvl3pPr>
              <a:defRPr sz="2400">
                <a:latin typeface="Palatino" pitchFamily="2" charset="77"/>
                <a:ea typeface="Palatino" pitchFamily="2" charset="77"/>
              </a:defRPr>
            </a:lvl3pPr>
            <a:lvl4pPr>
              <a:defRPr sz="2000">
                <a:latin typeface="Palatino" pitchFamily="2" charset="77"/>
                <a:ea typeface="Palatino" pitchFamily="2" charset="77"/>
              </a:defRPr>
            </a:lvl4pPr>
            <a:lvl5pPr>
              <a:defRPr sz="2000">
                <a:latin typeface="Palatino" pitchFamily="2" charset="77"/>
                <a:ea typeface="Palatino" pitchFamily="2" charset="77"/>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atin typeface="Palatino" pitchFamily="2" charset="77"/>
                <a:ea typeface="Palatino"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a:xfrm>
            <a:off x="1191592" y="6567986"/>
            <a:ext cx="2552491" cy="272922"/>
          </a:xfrm>
          <a:prstGeom prst="rect">
            <a:avLst/>
          </a:prstGeom>
        </p:spPr>
        <p:txBody>
          <a:bodyPr/>
          <a:lstStyle/>
          <a:p>
            <a:fld id="{51C4058D-6CB4-3B4D-94E1-7900959E0CF5}" type="datetime1">
              <a:rPr lang="en-US" altLang="ko-KR" smtClean="0"/>
              <a:t>1/5/26</a:t>
            </a:fld>
            <a:endParaRPr lang="en-US"/>
          </a:p>
        </p:txBody>
      </p:sp>
      <p:sp>
        <p:nvSpPr>
          <p:cNvPr id="6" name="Footer Placeholder 5"/>
          <p:cNvSpPr>
            <a:spLocks noGrp="1"/>
          </p:cNvSpPr>
          <p:nvPr>
            <p:ph type="ftr" sz="quarter" idx="11"/>
          </p:nvPr>
        </p:nvSpPr>
        <p:spPr>
          <a:xfrm>
            <a:off x="838199" y="6513922"/>
            <a:ext cx="6545367" cy="207554"/>
          </a:xfrm>
          <a:prstGeom prst="rect">
            <a:avLst/>
          </a:prstGeom>
        </p:spPr>
        <p:txBody>
          <a:bodyPr/>
          <a:lstStyle/>
          <a:p>
            <a:endParaRPr lang="en-US"/>
          </a:p>
        </p:txBody>
      </p:sp>
      <p:sp>
        <p:nvSpPr>
          <p:cNvPr id="7" name="Slide Number Placeholder 6"/>
          <p:cNvSpPr>
            <a:spLocks noGrp="1"/>
          </p:cNvSpPr>
          <p:nvPr>
            <p:ph type="sldNum" sz="quarter" idx="12"/>
          </p:nvPr>
        </p:nvSpPr>
        <p:spPr>
          <a:xfrm>
            <a:off x="0" y="6567986"/>
            <a:ext cx="1191592" cy="272922"/>
          </a:xfrm>
          <a:prstGeom prst="rect">
            <a:avLst/>
          </a:prstGeom>
        </p:spPr>
        <p:txBody>
          <a:bodyPr/>
          <a:lstStyle/>
          <a:p>
            <a:fld id="{D0B5CDF8-54D5-6043-A52E-76818AC5EAB8}" type="slidenum">
              <a:rPr lang="en-US" smtClean="0"/>
              <a:t>‹#›</a:t>
            </a:fld>
            <a:endParaRPr lang="en-US"/>
          </a:p>
        </p:txBody>
      </p:sp>
    </p:spTree>
    <p:extLst>
      <p:ext uri="{BB962C8B-B14F-4D97-AF65-F5344CB8AC3E}">
        <p14:creationId xmlns:p14="http://schemas.microsoft.com/office/powerpoint/2010/main" val="1716360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atin typeface="Palatino" pitchFamily="2" charset="77"/>
                <a:ea typeface="Palatino" pitchFamily="2" charset="77"/>
              </a:defRPr>
            </a:lvl1pPr>
          </a:lstStyle>
          <a:p>
            <a:r>
              <a:rPr lang="en-US" dirty="0"/>
              <a:t>Click to edit Master title style</a:t>
            </a:r>
          </a:p>
        </p:txBody>
      </p:sp>
      <p:sp>
        <p:nvSpPr>
          <p:cNvPr id="3" name="Picture Placeholder 2"/>
          <p:cNvSpPr>
            <a:spLocks noGrp="1" noChangeAspect="1"/>
          </p:cNvSpPr>
          <p:nvPr>
            <p:ph type="pic" idx="1" hasCustomPrompt="1"/>
          </p:nvPr>
        </p:nvSpPr>
        <p:spPr>
          <a:xfrm>
            <a:off x="5183188" y="987427"/>
            <a:ext cx="6172200" cy="4873625"/>
          </a:xfrm>
        </p:spPr>
        <p:txBody>
          <a:bodyPr anchor="t"/>
          <a:lstStyle>
            <a:lvl1pPr marL="0" indent="0">
              <a:buNone/>
              <a:defRPr sz="3200">
                <a:latin typeface="Palatino" pitchFamily="2" charset="77"/>
                <a:ea typeface="Palatino" pitchFamily="2" charset="77"/>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Drag picture to placeholder or click icon to add</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atin typeface="Palatino" pitchFamily="2" charset="77"/>
                <a:ea typeface="Palatino"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a:xfrm>
            <a:off x="1191592" y="6567986"/>
            <a:ext cx="2552491" cy="272922"/>
          </a:xfrm>
          <a:prstGeom prst="rect">
            <a:avLst/>
          </a:prstGeom>
        </p:spPr>
        <p:txBody>
          <a:bodyPr/>
          <a:lstStyle/>
          <a:p>
            <a:fld id="{7F403258-1AA5-5643-8D7E-61A56E719A9E}" type="datetime1">
              <a:rPr lang="en-US" altLang="ko-KR" smtClean="0"/>
              <a:t>1/5/26</a:t>
            </a:fld>
            <a:endParaRPr lang="en-US"/>
          </a:p>
        </p:txBody>
      </p:sp>
      <p:sp>
        <p:nvSpPr>
          <p:cNvPr id="6" name="Footer Placeholder 5"/>
          <p:cNvSpPr>
            <a:spLocks noGrp="1"/>
          </p:cNvSpPr>
          <p:nvPr>
            <p:ph type="ftr" sz="quarter" idx="11"/>
          </p:nvPr>
        </p:nvSpPr>
        <p:spPr>
          <a:xfrm>
            <a:off x="838199" y="6513922"/>
            <a:ext cx="6545367" cy="207554"/>
          </a:xfrm>
          <a:prstGeom prst="rect">
            <a:avLst/>
          </a:prstGeom>
        </p:spPr>
        <p:txBody>
          <a:bodyPr/>
          <a:lstStyle/>
          <a:p>
            <a:endParaRPr lang="en-US"/>
          </a:p>
        </p:txBody>
      </p:sp>
      <p:sp>
        <p:nvSpPr>
          <p:cNvPr id="7" name="Slide Number Placeholder 6"/>
          <p:cNvSpPr>
            <a:spLocks noGrp="1"/>
          </p:cNvSpPr>
          <p:nvPr>
            <p:ph type="sldNum" sz="quarter" idx="12"/>
          </p:nvPr>
        </p:nvSpPr>
        <p:spPr>
          <a:xfrm>
            <a:off x="0" y="6567986"/>
            <a:ext cx="1191592" cy="272922"/>
          </a:xfrm>
          <a:prstGeom prst="rect">
            <a:avLst/>
          </a:prstGeom>
        </p:spPr>
        <p:txBody>
          <a:bodyPr/>
          <a:lstStyle/>
          <a:p>
            <a:fld id="{D0B5CDF8-54D5-6043-A52E-76818AC5EAB8}" type="slidenum">
              <a:rPr lang="en-US" smtClean="0"/>
              <a:t>‹#›</a:t>
            </a:fld>
            <a:endParaRPr lang="en-US"/>
          </a:p>
        </p:txBody>
      </p:sp>
    </p:spTree>
    <p:extLst>
      <p:ext uri="{BB962C8B-B14F-4D97-AF65-F5344CB8AC3E}">
        <p14:creationId xmlns:p14="http://schemas.microsoft.com/office/powerpoint/2010/main" val="6170418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atin typeface="Palatino" pitchFamily="2" charset="77"/>
                <a:ea typeface="Palatino" pitchFamily="2" charset="77"/>
              </a:defRPr>
            </a:lvl1pPr>
          </a:lstStyle>
          <a:p>
            <a:r>
              <a:rPr lang="en-US" dirty="0"/>
              <a:t>Click to edit Master title style</a:t>
            </a:r>
          </a:p>
        </p:txBody>
      </p:sp>
      <p:sp>
        <p:nvSpPr>
          <p:cNvPr id="3" name="Vertical Text Placeholder 2"/>
          <p:cNvSpPr>
            <a:spLocks noGrp="1"/>
          </p:cNvSpPr>
          <p:nvPr>
            <p:ph type="body" orient="vert" idx="1"/>
          </p:nvPr>
        </p:nvSpPr>
        <p:spPr/>
        <p:txBody>
          <a:bodyPr vert="eaVert"/>
          <a:lstStyle>
            <a:lvl1pPr>
              <a:defRPr>
                <a:latin typeface="Palatino" pitchFamily="2" charset="77"/>
                <a:ea typeface="Palatino" pitchFamily="2" charset="77"/>
              </a:defRPr>
            </a:lvl1pPr>
            <a:lvl2pPr>
              <a:defRPr>
                <a:latin typeface="Palatino" pitchFamily="2" charset="77"/>
                <a:ea typeface="Palatino" pitchFamily="2" charset="77"/>
              </a:defRPr>
            </a:lvl2pPr>
            <a:lvl3pPr>
              <a:defRPr>
                <a:latin typeface="Palatino" pitchFamily="2" charset="77"/>
                <a:ea typeface="Palatino" pitchFamily="2" charset="77"/>
              </a:defRPr>
            </a:lvl3pPr>
            <a:lvl4pPr>
              <a:defRPr>
                <a:latin typeface="Palatino" pitchFamily="2" charset="77"/>
                <a:ea typeface="Palatino" pitchFamily="2" charset="77"/>
              </a:defRPr>
            </a:lvl4pPr>
            <a:lvl5pPr>
              <a:defRPr>
                <a:latin typeface="Palatino" pitchFamily="2" charset="77"/>
                <a:ea typeface="Palatino"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1191592" y="6567986"/>
            <a:ext cx="2552491" cy="272922"/>
          </a:xfrm>
          <a:prstGeom prst="rect">
            <a:avLst/>
          </a:prstGeom>
        </p:spPr>
        <p:txBody>
          <a:bodyPr/>
          <a:lstStyle/>
          <a:p>
            <a:fld id="{EC38D57D-EB7C-654C-97B5-E4F5E809BFF6}" type="datetime1">
              <a:rPr lang="en-US" altLang="ko-KR" smtClean="0"/>
              <a:t>1/5/26</a:t>
            </a:fld>
            <a:endParaRPr lang="en-US"/>
          </a:p>
        </p:txBody>
      </p:sp>
      <p:sp>
        <p:nvSpPr>
          <p:cNvPr id="5" name="Footer Placeholder 4"/>
          <p:cNvSpPr>
            <a:spLocks noGrp="1"/>
          </p:cNvSpPr>
          <p:nvPr>
            <p:ph type="ftr" sz="quarter" idx="11"/>
          </p:nvPr>
        </p:nvSpPr>
        <p:spPr>
          <a:xfrm>
            <a:off x="838199" y="6513922"/>
            <a:ext cx="6545367" cy="207554"/>
          </a:xfrm>
          <a:prstGeom prst="rect">
            <a:avLst/>
          </a:prstGeom>
        </p:spPr>
        <p:txBody>
          <a:bodyPr/>
          <a:lstStyle/>
          <a:p>
            <a:endParaRPr lang="en-US"/>
          </a:p>
        </p:txBody>
      </p:sp>
      <p:sp>
        <p:nvSpPr>
          <p:cNvPr id="6" name="Slide Number Placeholder 5"/>
          <p:cNvSpPr>
            <a:spLocks noGrp="1"/>
          </p:cNvSpPr>
          <p:nvPr>
            <p:ph type="sldNum" sz="quarter" idx="12"/>
          </p:nvPr>
        </p:nvSpPr>
        <p:spPr>
          <a:xfrm>
            <a:off x="0" y="6567986"/>
            <a:ext cx="1191592" cy="272922"/>
          </a:xfrm>
          <a:prstGeom prst="rect">
            <a:avLst/>
          </a:prstGeom>
        </p:spPr>
        <p:txBody>
          <a:bodyPr/>
          <a:lstStyle/>
          <a:p>
            <a:fld id="{D0B5CDF8-54D5-6043-A52E-76818AC5EAB8}" type="slidenum">
              <a:rPr lang="en-US" smtClean="0"/>
              <a:t>‹#›</a:t>
            </a:fld>
            <a:endParaRPr lang="en-US"/>
          </a:p>
        </p:txBody>
      </p:sp>
    </p:spTree>
    <p:extLst>
      <p:ext uri="{BB962C8B-B14F-4D97-AF65-F5344CB8AC3E}">
        <p14:creationId xmlns:p14="http://schemas.microsoft.com/office/powerpoint/2010/main" val="4235390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lvl1pPr>
              <a:defRPr b="1">
                <a:latin typeface="Palatino" pitchFamily="2" charset="77"/>
                <a:ea typeface="Palatino" pitchFamily="2" charset="77"/>
              </a:defRPr>
            </a:lvl1pPr>
          </a:lstStyle>
          <a:p>
            <a:r>
              <a:rPr lang="en-US" dirty="0"/>
              <a:t>Click to edit Master title style</a:t>
            </a:r>
          </a:p>
        </p:txBody>
      </p:sp>
      <p:sp>
        <p:nvSpPr>
          <p:cNvPr id="3" name="Vertical Text Placeholder 2"/>
          <p:cNvSpPr>
            <a:spLocks noGrp="1"/>
          </p:cNvSpPr>
          <p:nvPr>
            <p:ph type="body" orient="vert" idx="1"/>
          </p:nvPr>
        </p:nvSpPr>
        <p:spPr>
          <a:xfrm>
            <a:off x="838201" y="365125"/>
            <a:ext cx="7734300" cy="5811838"/>
          </a:xfrm>
        </p:spPr>
        <p:txBody>
          <a:bodyPr vert="eaVert"/>
          <a:lstStyle>
            <a:lvl1pPr>
              <a:defRPr>
                <a:latin typeface="Palatino" pitchFamily="2" charset="77"/>
                <a:ea typeface="Palatino" pitchFamily="2" charset="77"/>
              </a:defRPr>
            </a:lvl1pPr>
            <a:lvl2pPr>
              <a:defRPr>
                <a:latin typeface="Palatino" pitchFamily="2" charset="77"/>
                <a:ea typeface="Palatino" pitchFamily="2" charset="77"/>
              </a:defRPr>
            </a:lvl2pPr>
            <a:lvl3pPr>
              <a:defRPr>
                <a:latin typeface="Palatino" pitchFamily="2" charset="77"/>
                <a:ea typeface="Palatino" pitchFamily="2" charset="77"/>
              </a:defRPr>
            </a:lvl3pPr>
            <a:lvl4pPr>
              <a:defRPr>
                <a:latin typeface="Palatino" pitchFamily="2" charset="77"/>
                <a:ea typeface="Palatino" pitchFamily="2" charset="77"/>
              </a:defRPr>
            </a:lvl4pPr>
            <a:lvl5pPr>
              <a:defRPr>
                <a:latin typeface="Palatino" pitchFamily="2" charset="77"/>
                <a:ea typeface="Palatino"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1191592" y="6567986"/>
            <a:ext cx="2552491" cy="272922"/>
          </a:xfrm>
          <a:prstGeom prst="rect">
            <a:avLst/>
          </a:prstGeom>
        </p:spPr>
        <p:txBody>
          <a:bodyPr/>
          <a:lstStyle/>
          <a:p>
            <a:fld id="{827863FC-38BA-F642-961C-F5D8E0687252}" type="datetime1">
              <a:rPr lang="en-US" altLang="ko-KR" smtClean="0"/>
              <a:t>1/5/26</a:t>
            </a:fld>
            <a:endParaRPr lang="en-US"/>
          </a:p>
        </p:txBody>
      </p:sp>
      <p:sp>
        <p:nvSpPr>
          <p:cNvPr id="5" name="Footer Placeholder 4"/>
          <p:cNvSpPr>
            <a:spLocks noGrp="1"/>
          </p:cNvSpPr>
          <p:nvPr>
            <p:ph type="ftr" sz="quarter" idx="11"/>
          </p:nvPr>
        </p:nvSpPr>
        <p:spPr>
          <a:xfrm>
            <a:off x="838199" y="6513922"/>
            <a:ext cx="6545367" cy="207554"/>
          </a:xfrm>
          <a:prstGeom prst="rect">
            <a:avLst/>
          </a:prstGeom>
        </p:spPr>
        <p:txBody>
          <a:bodyPr/>
          <a:lstStyle/>
          <a:p>
            <a:endParaRPr lang="en-US"/>
          </a:p>
        </p:txBody>
      </p:sp>
      <p:sp>
        <p:nvSpPr>
          <p:cNvPr id="6" name="Slide Number Placeholder 5"/>
          <p:cNvSpPr>
            <a:spLocks noGrp="1"/>
          </p:cNvSpPr>
          <p:nvPr>
            <p:ph type="sldNum" sz="quarter" idx="12"/>
          </p:nvPr>
        </p:nvSpPr>
        <p:spPr>
          <a:xfrm>
            <a:off x="0" y="6567986"/>
            <a:ext cx="1191592" cy="272922"/>
          </a:xfrm>
          <a:prstGeom prst="rect">
            <a:avLst/>
          </a:prstGeom>
        </p:spPr>
        <p:txBody>
          <a:bodyPr/>
          <a:lstStyle/>
          <a:p>
            <a:fld id="{D0B5CDF8-54D5-6043-A52E-76818AC5EAB8}" type="slidenum">
              <a:rPr lang="en-US" smtClean="0"/>
              <a:t>‹#›</a:t>
            </a:fld>
            <a:endParaRPr lang="en-US"/>
          </a:p>
        </p:txBody>
      </p:sp>
    </p:spTree>
    <p:extLst>
      <p:ext uri="{BB962C8B-B14F-4D97-AF65-F5344CB8AC3E}">
        <p14:creationId xmlns:p14="http://schemas.microsoft.com/office/powerpoint/2010/main" val="16601920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50520" y="182247"/>
            <a:ext cx="11673840" cy="81597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346488" y="1097280"/>
            <a:ext cx="11673840" cy="535686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p:cNvSpPr>
            <a:spLocks noGrp="1"/>
          </p:cNvSpPr>
          <p:nvPr>
            <p:ph type="dt" sz="half" idx="2"/>
          </p:nvPr>
        </p:nvSpPr>
        <p:spPr>
          <a:xfrm>
            <a:off x="346488" y="6567986"/>
            <a:ext cx="2552491" cy="272922"/>
          </a:xfrm>
          <a:prstGeom prst="rect">
            <a:avLst/>
          </a:prstGeom>
        </p:spPr>
        <p:txBody>
          <a:bodyPr/>
          <a:lstStyle>
            <a:lvl1pPr>
              <a:defRPr sz="1300">
                <a:solidFill>
                  <a:schemeClr val="tx1"/>
                </a:solidFill>
                <a:latin typeface="Helvetica" charset="0"/>
                <a:ea typeface="Helvetica" charset="0"/>
                <a:cs typeface="Helvetica" charset="0"/>
              </a:defRPr>
            </a:lvl1pPr>
          </a:lstStyle>
          <a:p>
            <a:fld id="{2A73EAC0-70D7-5644-8C86-FC82A474F2D1}" type="datetime1">
              <a:rPr lang="en-US" altLang="ko-KR" smtClean="0"/>
              <a:t>1/5/26</a:t>
            </a:fld>
            <a:endParaRPr lang="en-US" dirty="0"/>
          </a:p>
        </p:txBody>
      </p:sp>
    </p:spTree>
    <p:extLst>
      <p:ext uri="{BB962C8B-B14F-4D97-AF65-F5344CB8AC3E}">
        <p14:creationId xmlns:p14="http://schemas.microsoft.com/office/powerpoint/2010/main" val="63708185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4400" b="1" i="0" kern="1200">
          <a:solidFill>
            <a:schemeClr val="tx1"/>
          </a:solidFill>
          <a:latin typeface="Palatino" pitchFamily="2" charset="77"/>
          <a:ea typeface="Palatino" pitchFamily="2" charset="77"/>
          <a:cs typeface="Helvetica Neue Medium"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alatino" pitchFamily="2" charset="77"/>
          <a:ea typeface="Palatino" pitchFamily="2" charset="77"/>
          <a:cs typeface="Helvetica Neue"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alatino" pitchFamily="2" charset="77"/>
          <a:ea typeface="Palatino" pitchFamily="2" charset="77"/>
          <a:cs typeface="Helvetica Neue"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alatino" pitchFamily="2" charset="77"/>
          <a:ea typeface="Palatino" pitchFamily="2" charset="77"/>
          <a:cs typeface="Helvetica Neue"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pitchFamily="2" charset="77"/>
          <a:ea typeface="Palatino" pitchFamily="2" charset="77"/>
          <a:cs typeface="Helvetica Neue"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pitchFamily="2" charset="77"/>
          <a:ea typeface="Palatino" pitchFamily="2" charset="77"/>
          <a:cs typeface="Helvetica Neue"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s://www.overleaf.com/latex/templates/acm-hypertext-conference-template/pchbkqfnmxgr"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catalog.ucf.edu/content.php?catoid=4&amp;navoid=200#non-discrimination-policy" TargetMode="External"/><Relationship Id="rId2" Type="http://schemas.openxmlformats.org/officeDocument/2006/relationships/hyperlink" Target="https://catalog.ucf.edu/content.php?catoid=4&amp;navoid=200#classroom-responsibility" TargetMode="External"/><Relationship Id="rId1" Type="http://schemas.openxmlformats.org/officeDocument/2006/relationships/slideLayout" Target="../slideLayouts/slideLayout2.xml"/><Relationship Id="rId6" Type="http://schemas.openxmlformats.org/officeDocument/2006/relationships/hyperlink" Target="https://sas.sdes.ucf.edu/accommodations/" TargetMode="External"/><Relationship Id="rId5" Type="http://schemas.openxmlformats.org/officeDocument/2006/relationships/hyperlink" Target="https://catalog.ucf.edu/content.php?catoid=4&amp;navoid=200#sexual-harassment-policy" TargetMode="External"/><Relationship Id="rId4" Type="http://schemas.openxmlformats.org/officeDocument/2006/relationships/hyperlink" Target="file:///Users/mohaisen/Dropbox/0_UCF/00_Teaching/2021-6640/&#8211;https:/catalog.ucf.edu/content.php?catoid=4&amp;navoid=200#religious-observances"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62B2C8-32F0-9B1E-6327-A50E1D44CFA2}"/>
              </a:ext>
            </a:extLst>
          </p:cNvPr>
          <p:cNvSpPr txBox="1"/>
          <p:nvPr/>
        </p:nvSpPr>
        <p:spPr>
          <a:xfrm>
            <a:off x="248628" y="2497976"/>
            <a:ext cx="3869393" cy="1231106"/>
          </a:xfrm>
          <a:prstGeom prst="rect">
            <a:avLst/>
          </a:prstGeom>
          <a:noFill/>
        </p:spPr>
        <p:txBody>
          <a:bodyPr wrap="none" rtlCol="0">
            <a:spAutoFit/>
          </a:bodyPr>
          <a:lstStyle/>
          <a:p>
            <a:pPr rtl="0"/>
            <a:r>
              <a:rPr lang="en-US" sz="2400" dirty="0">
                <a:latin typeface="Palatino" pitchFamily="2" charset="77"/>
                <a:ea typeface="Palatino" pitchFamily="2" charset="77"/>
                <a:cs typeface="Lato" panose="020F0502020204030203" pitchFamily="34" charset="0"/>
              </a:rPr>
              <a:t>David </a:t>
            </a:r>
            <a:r>
              <a:rPr lang="en-US" sz="2400" dirty="0" err="1">
                <a:latin typeface="Palatino" pitchFamily="2" charset="77"/>
                <a:ea typeface="Palatino" pitchFamily="2" charset="77"/>
                <a:cs typeface="Lato" panose="020F0502020204030203" pitchFamily="34" charset="0"/>
              </a:rPr>
              <a:t>Mohaisen</a:t>
            </a:r>
            <a:r>
              <a:rPr lang="en-US" sz="2400" dirty="0">
                <a:latin typeface="Palatino" pitchFamily="2" charset="77"/>
                <a:ea typeface="Palatino" pitchFamily="2" charset="77"/>
                <a:cs typeface="Lato" panose="020F0502020204030203" pitchFamily="34" charset="0"/>
              </a:rPr>
              <a:t>, Professor</a:t>
            </a:r>
          </a:p>
          <a:p>
            <a:pPr rtl="0"/>
            <a:r>
              <a:rPr lang="en-US" dirty="0">
                <a:latin typeface="Aptos" panose="020B0004020202020204" pitchFamily="34" charset="0"/>
                <a:ea typeface="Palatino" pitchFamily="2" charset="77"/>
                <a:cs typeface="Lato" panose="020F0502020204030203" pitchFamily="34" charset="0"/>
              </a:rPr>
              <a:t>University of Central Florida</a:t>
            </a:r>
          </a:p>
          <a:p>
            <a:r>
              <a:rPr lang="en-US" dirty="0">
                <a:latin typeface="Aptos" panose="020B0004020202020204" pitchFamily="34" charset="0"/>
                <a:ea typeface="Palatino" pitchFamily="2" charset="77"/>
                <a:cs typeface="Lato" panose="020F0502020204030203" pitchFamily="34" charset="0"/>
              </a:rPr>
              <a:t>Department of Computer Science</a:t>
            </a:r>
          </a:p>
          <a:p>
            <a:pPr rtl="0"/>
            <a:r>
              <a:rPr lang="en-US" sz="1400" dirty="0">
                <a:latin typeface="Aptos" panose="020B0004020202020204" pitchFamily="34" charset="0"/>
                <a:ea typeface="Palatino" pitchFamily="2" charset="77"/>
                <a:cs typeface="Lato" panose="020F0502020204030203" pitchFamily="34" charset="0"/>
              </a:rPr>
              <a:t>Cybersecurity and Privacy Cluster</a:t>
            </a:r>
          </a:p>
        </p:txBody>
      </p:sp>
      <p:sp>
        <p:nvSpPr>
          <p:cNvPr id="7" name="TextBox 6">
            <a:extLst>
              <a:ext uri="{FF2B5EF4-FFF2-40B4-BE49-F238E27FC236}">
                <a16:creationId xmlns:a16="http://schemas.microsoft.com/office/drawing/2014/main" id="{9BA5B1A5-A54F-77AA-C464-7C36922C1AC3}"/>
              </a:ext>
            </a:extLst>
          </p:cNvPr>
          <p:cNvSpPr txBox="1"/>
          <p:nvPr/>
        </p:nvSpPr>
        <p:spPr>
          <a:xfrm>
            <a:off x="250812" y="3946349"/>
            <a:ext cx="2884187" cy="338554"/>
          </a:xfrm>
          <a:prstGeom prst="rect">
            <a:avLst/>
          </a:prstGeom>
          <a:noFill/>
        </p:spPr>
        <p:txBody>
          <a:bodyPr wrap="none" rtlCol="0">
            <a:spAutoFit/>
          </a:bodyPr>
          <a:lstStyle/>
          <a:p>
            <a:r>
              <a:rPr lang="en-US" sz="1600" dirty="0">
                <a:solidFill>
                  <a:srgbClr val="0000FF"/>
                </a:solidFill>
                <a:latin typeface="Aptos" panose="020B0004020202020204" pitchFamily="34" charset="0"/>
                <a:ea typeface="Palatino" pitchFamily="2" charset="77"/>
                <a:cs typeface="Times New Roman" panose="02020603050405020304" pitchFamily="18" charset="0"/>
              </a:rPr>
              <a:t>https://</a:t>
            </a:r>
            <a:r>
              <a:rPr lang="en-US" sz="1600" dirty="0" err="1">
                <a:solidFill>
                  <a:srgbClr val="0000FF"/>
                </a:solidFill>
                <a:latin typeface="Aptos" panose="020B0004020202020204" pitchFamily="34" charset="0"/>
                <a:ea typeface="Palatino" pitchFamily="2" charset="77"/>
                <a:cs typeface="Times New Roman" panose="02020603050405020304" pitchFamily="18" charset="0"/>
              </a:rPr>
              <a:t>cs.ucf.edu</a:t>
            </a:r>
            <a:r>
              <a:rPr lang="en-US" sz="1600" dirty="0">
                <a:solidFill>
                  <a:srgbClr val="0000FF"/>
                </a:solidFill>
                <a:latin typeface="Aptos" panose="020B0004020202020204" pitchFamily="34" charset="0"/>
                <a:ea typeface="Palatino" pitchFamily="2" charset="77"/>
                <a:cs typeface="Times New Roman" panose="02020603050405020304" pitchFamily="18" charset="0"/>
              </a:rPr>
              <a:t>/~</a:t>
            </a:r>
            <a:r>
              <a:rPr lang="en-US" sz="1600" dirty="0" err="1">
                <a:solidFill>
                  <a:srgbClr val="0000FF"/>
                </a:solidFill>
                <a:latin typeface="Aptos" panose="020B0004020202020204" pitchFamily="34" charset="0"/>
                <a:ea typeface="Palatino" pitchFamily="2" charset="77"/>
                <a:cs typeface="Times New Roman" panose="02020603050405020304" pitchFamily="18" charset="0"/>
              </a:rPr>
              <a:t>mohaisen</a:t>
            </a:r>
            <a:r>
              <a:rPr lang="en-US" sz="1600" dirty="0">
                <a:solidFill>
                  <a:srgbClr val="0000FF"/>
                </a:solidFill>
                <a:latin typeface="Aptos" panose="020B0004020202020204" pitchFamily="34" charset="0"/>
                <a:ea typeface="Palatino" pitchFamily="2" charset="77"/>
                <a:cs typeface="Times New Roman" panose="02020603050405020304" pitchFamily="18" charset="0"/>
              </a:rPr>
              <a:t>/</a:t>
            </a:r>
            <a:endParaRPr lang="en-US" sz="1600" dirty="0">
              <a:solidFill>
                <a:srgbClr val="0000FF"/>
              </a:solidFill>
              <a:latin typeface="Aptos" panose="020B0004020202020204" pitchFamily="34" charset="0"/>
            </a:endParaRPr>
          </a:p>
        </p:txBody>
      </p:sp>
      <p:sp>
        <p:nvSpPr>
          <p:cNvPr id="9" name="TextBox 8">
            <a:extLst>
              <a:ext uri="{FF2B5EF4-FFF2-40B4-BE49-F238E27FC236}">
                <a16:creationId xmlns:a16="http://schemas.microsoft.com/office/drawing/2014/main" id="{435226BD-4248-86D8-64E3-2CD34ACF4518}"/>
              </a:ext>
            </a:extLst>
          </p:cNvPr>
          <p:cNvSpPr txBox="1"/>
          <p:nvPr/>
        </p:nvSpPr>
        <p:spPr>
          <a:xfrm>
            <a:off x="301231" y="4447841"/>
            <a:ext cx="4373313" cy="461665"/>
          </a:xfrm>
          <a:prstGeom prst="rect">
            <a:avLst/>
          </a:prstGeom>
          <a:noFill/>
        </p:spPr>
        <p:txBody>
          <a:bodyPr wrap="none" rtlCol="0">
            <a:spAutoFit/>
          </a:bodyPr>
          <a:lstStyle/>
          <a:p>
            <a:r>
              <a:rPr lang="en-US" sz="2400" b="1" dirty="0">
                <a:solidFill>
                  <a:srgbClr val="C00000"/>
                </a:solidFill>
                <a:latin typeface="Palatino" pitchFamily="2" charset="77"/>
                <a:ea typeface="Palatino" pitchFamily="2" charset="77"/>
              </a:rPr>
              <a:t>Module 0: Syllabus Overview</a:t>
            </a:r>
          </a:p>
        </p:txBody>
      </p:sp>
      <p:sp>
        <p:nvSpPr>
          <p:cNvPr id="12" name="TextBox 11">
            <a:extLst>
              <a:ext uri="{FF2B5EF4-FFF2-40B4-BE49-F238E27FC236}">
                <a16:creationId xmlns:a16="http://schemas.microsoft.com/office/drawing/2014/main" id="{E1F9168C-711C-FCE4-C1CC-6EC084C1E2EC}"/>
              </a:ext>
            </a:extLst>
          </p:cNvPr>
          <p:cNvSpPr txBox="1"/>
          <p:nvPr/>
        </p:nvSpPr>
        <p:spPr>
          <a:xfrm>
            <a:off x="248628" y="4882376"/>
            <a:ext cx="2509790" cy="1754326"/>
          </a:xfrm>
          <a:prstGeom prst="rect">
            <a:avLst/>
          </a:prstGeom>
          <a:noFill/>
        </p:spPr>
        <p:txBody>
          <a:bodyPr wrap="none" rtlCol="0">
            <a:spAutoFit/>
          </a:bodyPr>
          <a:lstStyle/>
          <a:p>
            <a:r>
              <a:rPr lang="en-US" b="0" i="0" u="none" strike="noStrike" dirty="0">
                <a:solidFill>
                  <a:srgbClr val="000000"/>
                </a:solidFill>
                <a:effectLst/>
                <a:latin typeface="Palatino" pitchFamily="2" charset="77"/>
                <a:ea typeface="Palatino" pitchFamily="2" charset="77"/>
              </a:rPr>
              <a:t>⓵ Basic Information</a:t>
            </a:r>
          </a:p>
          <a:p>
            <a:r>
              <a:rPr lang="en-US" b="0" i="0" u="none" strike="noStrike" dirty="0">
                <a:solidFill>
                  <a:srgbClr val="000000"/>
                </a:solidFill>
                <a:effectLst/>
                <a:latin typeface="Palatino" pitchFamily="2" charset="77"/>
                <a:ea typeface="Palatino" pitchFamily="2" charset="77"/>
              </a:rPr>
              <a:t>⓶ Contents</a:t>
            </a:r>
          </a:p>
          <a:p>
            <a:r>
              <a:rPr lang="en-US" b="0" i="0" u="none" strike="noStrike" dirty="0">
                <a:solidFill>
                  <a:srgbClr val="000000"/>
                </a:solidFill>
                <a:effectLst/>
                <a:latin typeface="Palatino" pitchFamily="2" charset="77"/>
                <a:ea typeface="Palatino" pitchFamily="2" charset="77"/>
              </a:rPr>
              <a:t>⓷ Policies</a:t>
            </a:r>
          </a:p>
          <a:p>
            <a:r>
              <a:rPr lang="en-US" b="0" i="0" u="none" strike="noStrike" dirty="0">
                <a:solidFill>
                  <a:srgbClr val="000000"/>
                </a:solidFill>
                <a:effectLst/>
                <a:latin typeface="Palatino" pitchFamily="2" charset="77"/>
                <a:ea typeface="Palatino" pitchFamily="2" charset="77"/>
              </a:rPr>
              <a:t>⓸ Assessment</a:t>
            </a:r>
          </a:p>
          <a:p>
            <a:r>
              <a:rPr lang="en-US" b="0" i="0" u="none" strike="noStrike" dirty="0">
                <a:solidFill>
                  <a:srgbClr val="000000"/>
                </a:solidFill>
                <a:effectLst/>
                <a:latin typeface="Palatino" pitchFamily="2" charset="77"/>
                <a:ea typeface="Palatino" pitchFamily="2" charset="77"/>
              </a:rPr>
              <a:t>⓹ Project Topics</a:t>
            </a:r>
          </a:p>
          <a:p>
            <a:r>
              <a:rPr lang="en-US" b="0" i="0" u="none" strike="noStrike" dirty="0">
                <a:solidFill>
                  <a:srgbClr val="000000"/>
                </a:solidFill>
                <a:effectLst/>
                <a:latin typeface="Palatino" pitchFamily="2" charset="77"/>
                <a:ea typeface="Palatino" pitchFamily="2" charset="77"/>
              </a:rPr>
              <a:t>⓺ Classroom Etiquette</a:t>
            </a:r>
          </a:p>
        </p:txBody>
      </p:sp>
      <p:sp>
        <p:nvSpPr>
          <p:cNvPr id="3" name="Slide Number Placeholder 2">
            <a:extLst>
              <a:ext uri="{FF2B5EF4-FFF2-40B4-BE49-F238E27FC236}">
                <a16:creationId xmlns:a16="http://schemas.microsoft.com/office/drawing/2014/main" id="{0A9F30B6-8312-78F9-6812-8DBB5FA4530E}"/>
              </a:ext>
            </a:extLst>
          </p:cNvPr>
          <p:cNvSpPr>
            <a:spLocks noGrp="1"/>
          </p:cNvSpPr>
          <p:nvPr>
            <p:ph type="sldNum" sz="quarter" idx="4"/>
          </p:nvPr>
        </p:nvSpPr>
        <p:spPr>
          <a:xfrm>
            <a:off x="9347200" y="6454140"/>
            <a:ext cx="2844800" cy="365125"/>
          </a:xfrm>
          <a:prstGeom prst="rect">
            <a:avLst/>
          </a:prstGeom>
        </p:spPr>
        <p:txBody>
          <a:bodyPr vert="horz" lIns="91440" tIns="45720" rIns="91440" bIns="45720" rtlCol="0" anchor="ctr"/>
          <a:lstStyle>
            <a:defPPr>
              <a:defRPr lang="en-US"/>
            </a:defPPr>
            <a:lvl1pPr marL="0" algn="r" defTabSz="914400" rtl="0" eaLnBrk="1" latinLnBrk="0" hangingPunct="1">
              <a:defRPr sz="1000" kern="1200">
                <a:solidFill>
                  <a:schemeClr val="tx1"/>
                </a:solidFill>
                <a:latin typeface="Palatino" pitchFamily="2" charset="77"/>
                <a:ea typeface="Palatino" pitchFamily="2" charset="77"/>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F263007-9181-A64B-BE9E-86B509FB3A94}" type="slidenum">
              <a:rPr lang="en-US" smtClean="0"/>
              <a:pPr/>
              <a:t>1</a:t>
            </a:fld>
            <a:endParaRPr lang="en-US"/>
          </a:p>
        </p:txBody>
      </p:sp>
      <p:grpSp>
        <p:nvGrpSpPr>
          <p:cNvPr id="11" name="Group 10">
            <a:extLst>
              <a:ext uri="{FF2B5EF4-FFF2-40B4-BE49-F238E27FC236}">
                <a16:creationId xmlns:a16="http://schemas.microsoft.com/office/drawing/2014/main" id="{A0ACE960-3985-1DC9-F82D-F50ECD39C838}"/>
              </a:ext>
            </a:extLst>
          </p:cNvPr>
          <p:cNvGrpSpPr/>
          <p:nvPr/>
        </p:nvGrpSpPr>
        <p:grpSpPr>
          <a:xfrm>
            <a:off x="1" y="-23747"/>
            <a:ext cx="6317674" cy="2286000"/>
            <a:chOff x="1" y="-23747"/>
            <a:chExt cx="6317674" cy="2286000"/>
          </a:xfrm>
        </p:grpSpPr>
        <p:pic>
          <p:nvPicPr>
            <p:cNvPr id="8" name="Picture 7">
              <a:extLst>
                <a:ext uri="{FF2B5EF4-FFF2-40B4-BE49-F238E27FC236}">
                  <a16:creationId xmlns:a16="http://schemas.microsoft.com/office/drawing/2014/main" id="{3E3749AD-FDD2-C3FA-3FB8-41B0B040E95B}"/>
                </a:ext>
              </a:extLst>
            </p:cNvPr>
            <p:cNvPicPr>
              <a:picLocks noChangeAspect="1"/>
            </p:cNvPicPr>
            <p:nvPr/>
          </p:nvPicPr>
          <p:blipFill>
            <a:blip r:embed="rId3"/>
            <a:stretch>
              <a:fillRect/>
            </a:stretch>
          </p:blipFill>
          <p:spPr>
            <a:xfrm>
              <a:off x="1" y="-23747"/>
              <a:ext cx="6317674" cy="2286000"/>
            </a:xfrm>
            <a:prstGeom prst="rect">
              <a:avLst/>
            </a:prstGeom>
          </p:spPr>
        </p:pic>
        <p:sp>
          <p:nvSpPr>
            <p:cNvPr id="10" name="TextBox 9">
              <a:extLst>
                <a:ext uri="{FF2B5EF4-FFF2-40B4-BE49-F238E27FC236}">
                  <a16:creationId xmlns:a16="http://schemas.microsoft.com/office/drawing/2014/main" id="{A9A3733D-DBB0-8D75-BA4A-009A15D4446D}"/>
                </a:ext>
              </a:extLst>
            </p:cNvPr>
            <p:cNvSpPr txBox="1"/>
            <p:nvPr/>
          </p:nvSpPr>
          <p:spPr>
            <a:xfrm>
              <a:off x="1390661" y="1492265"/>
              <a:ext cx="3536353" cy="523220"/>
            </a:xfrm>
            <a:prstGeom prst="rect">
              <a:avLst/>
            </a:prstGeom>
            <a:noFill/>
          </p:spPr>
          <p:txBody>
            <a:bodyPr wrap="none" rtlCol="0">
              <a:spAutoFit/>
            </a:bodyPr>
            <a:lstStyle/>
            <a:p>
              <a:pPr algn="ctr"/>
              <a:r>
                <a:rPr lang="en-US" sz="1400" dirty="0">
                  <a:solidFill>
                    <a:schemeClr val="bg1"/>
                  </a:solidFill>
                </a:rPr>
                <a:t>College of Engineering and Computer Science </a:t>
              </a:r>
              <a:br>
                <a:rPr lang="en-US" sz="1400" dirty="0">
                  <a:solidFill>
                    <a:schemeClr val="bg1"/>
                  </a:solidFill>
                </a:rPr>
              </a:br>
              <a:r>
                <a:rPr lang="en-US" sz="1400" dirty="0">
                  <a:solidFill>
                    <a:schemeClr val="bg1"/>
                  </a:solidFill>
                </a:rPr>
                <a:t>University of Central Florida</a:t>
              </a:r>
            </a:p>
          </p:txBody>
        </p:sp>
      </p:grpSp>
    </p:spTree>
    <p:extLst>
      <p:ext uri="{BB962C8B-B14F-4D97-AF65-F5344CB8AC3E}">
        <p14:creationId xmlns:p14="http://schemas.microsoft.com/office/powerpoint/2010/main" val="40852144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AB0ED-89FF-994D-9F94-00B9F395FB88}"/>
              </a:ext>
            </a:extLst>
          </p:cNvPr>
          <p:cNvSpPr>
            <a:spLocks noGrp="1"/>
          </p:cNvSpPr>
          <p:nvPr>
            <p:ph type="title"/>
          </p:nvPr>
        </p:nvSpPr>
        <p:spPr/>
        <p:txBody>
          <a:bodyPr/>
          <a:lstStyle/>
          <a:p>
            <a:r>
              <a:rPr lang="en-US" dirty="0"/>
              <a:t>Lecture Objectives</a:t>
            </a:r>
          </a:p>
        </p:txBody>
      </p:sp>
      <p:sp>
        <p:nvSpPr>
          <p:cNvPr id="3" name="Content Placeholder 2">
            <a:extLst>
              <a:ext uri="{FF2B5EF4-FFF2-40B4-BE49-F238E27FC236}">
                <a16:creationId xmlns:a16="http://schemas.microsoft.com/office/drawing/2014/main" id="{3A318C4D-EB53-3145-BE38-A2C36205F0F5}"/>
              </a:ext>
            </a:extLst>
          </p:cNvPr>
          <p:cNvSpPr>
            <a:spLocks noGrp="1"/>
          </p:cNvSpPr>
          <p:nvPr>
            <p:ph idx="1"/>
          </p:nvPr>
        </p:nvSpPr>
        <p:spPr/>
        <p:txBody>
          <a:bodyPr/>
          <a:lstStyle/>
          <a:p>
            <a:r>
              <a:rPr lang="en-US" dirty="0"/>
              <a:t>By the end of this lecture you should be able to tell:</a:t>
            </a:r>
          </a:p>
          <a:p>
            <a:pPr marL="914400" lvl="1" indent="-457200">
              <a:buFont typeface="+mj-lt"/>
              <a:buAutoNum type="arabicPeriod"/>
            </a:pPr>
            <a:r>
              <a:rPr lang="en-US" dirty="0"/>
              <a:t>The basic information about the course personnel, meeting time, office hours, means of communication, </a:t>
            </a:r>
          </a:p>
          <a:p>
            <a:pPr marL="914400" lvl="1" indent="-457200">
              <a:buFont typeface="+mj-lt"/>
              <a:buAutoNum type="arabicPeriod"/>
            </a:pPr>
            <a:r>
              <a:rPr lang="en-US" dirty="0"/>
              <a:t>The overall set of topics that will be covered in the next 13 weeks</a:t>
            </a:r>
          </a:p>
          <a:p>
            <a:pPr marL="914400" lvl="1" indent="-457200">
              <a:buFont typeface="+mj-lt"/>
              <a:buAutoNum type="arabicPeriod"/>
            </a:pPr>
            <a:r>
              <a:rPr lang="en-US" dirty="0"/>
              <a:t>Attendance policies</a:t>
            </a:r>
          </a:p>
          <a:p>
            <a:pPr marL="914400" lvl="1" indent="-457200">
              <a:buFont typeface="+mj-lt"/>
              <a:buAutoNum type="arabicPeriod"/>
            </a:pPr>
            <a:r>
              <a:rPr lang="en-US" dirty="0"/>
              <a:t>Grading policies</a:t>
            </a:r>
          </a:p>
          <a:p>
            <a:pPr marL="914400" lvl="1" indent="-457200">
              <a:buFont typeface="+mj-lt"/>
              <a:buAutoNum type="arabicPeriod"/>
            </a:pPr>
            <a:r>
              <a:rPr lang="en-US" dirty="0"/>
              <a:t>Graded components and grade distribution</a:t>
            </a:r>
          </a:p>
          <a:p>
            <a:pPr marL="914400" lvl="1" indent="-457200">
              <a:buFont typeface="+mj-lt"/>
              <a:buAutoNum type="arabicPeriod"/>
            </a:pPr>
            <a:r>
              <a:rPr lang="en-US" dirty="0"/>
              <a:t>The possible topics of the project</a:t>
            </a:r>
          </a:p>
          <a:p>
            <a:pPr marL="914400" lvl="1" indent="-457200">
              <a:buFont typeface="+mj-lt"/>
              <a:buAutoNum type="arabicPeriod"/>
            </a:pPr>
            <a:r>
              <a:rPr lang="en-US" dirty="0"/>
              <a:t>General university policies</a:t>
            </a:r>
          </a:p>
          <a:p>
            <a:r>
              <a:rPr lang="en-US" dirty="0"/>
              <a:t>You’ll also have a chance to ask questions for anything that is not clear or not addressed in the syllabus. </a:t>
            </a:r>
          </a:p>
        </p:txBody>
      </p:sp>
      <p:sp>
        <p:nvSpPr>
          <p:cNvPr id="5" name="Slide Number Placeholder 4">
            <a:extLst>
              <a:ext uri="{FF2B5EF4-FFF2-40B4-BE49-F238E27FC236}">
                <a16:creationId xmlns:a16="http://schemas.microsoft.com/office/drawing/2014/main" id="{C4D9163B-ACE5-C54C-9339-53EC65BE9E19}"/>
              </a:ext>
            </a:extLst>
          </p:cNvPr>
          <p:cNvSpPr>
            <a:spLocks noGrp="1"/>
          </p:cNvSpPr>
          <p:nvPr>
            <p:ph type="sldNum" sz="quarter" idx="12"/>
          </p:nvPr>
        </p:nvSpPr>
        <p:spPr/>
        <p:txBody>
          <a:bodyPr/>
          <a:lstStyle/>
          <a:p>
            <a:fld id="{D0B5CDF8-54D5-6043-A52E-76818AC5EAB8}" type="slidenum">
              <a:rPr lang="en-US" smtClean="0"/>
              <a:pPr/>
              <a:t>2</a:t>
            </a:fld>
            <a:endParaRPr lang="en-US" dirty="0"/>
          </a:p>
        </p:txBody>
      </p:sp>
    </p:spTree>
    <p:extLst>
      <p:ext uri="{BB962C8B-B14F-4D97-AF65-F5344CB8AC3E}">
        <p14:creationId xmlns:p14="http://schemas.microsoft.com/office/powerpoint/2010/main" val="30334766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A27D6-E99F-1E42-A59A-620F3DD08FB7}"/>
              </a:ext>
            </a:extLst>
          </p:cNvPr>
          <p:cNvSpPr>
            <a:spLocks noGrp="1"/>
          </p:cNvSpPr>
          <p:nvPr>
            <p:ph type="title"/>
          </p:nvPr>
        </p:nvSpPr>
        <p:spPr/>
        <p:txBody>
          <a:bodyPr/>
          <a:lstStyle/>
          <a:p>
            <a:r>
              <a:rPr lang="en-US" dirty="0"/>
              <a:t>Basic Information</a:t>
            </a:r>
          </a:p>
        </p:txBody>
      </p:sp>
      <p:sp>
        <p:nvSpPr>
          <p:cNvPr id="3" name="Content Placeholder 2">
            <a:extLst>
              <a:ext uri="{FF2B5EF4-FFF2-40B4-BE49-F238E27FC236}">
                <a16:creationId xmlns:a16="http://schemas.microsoft.com/office/drawing/2014/main" id="{86C4E3CA-5721-DC48-BB8E-8706A4D60956}"/>
              </a:ext>
            </a:extLst>
          </p:cNvPr>
          <p:cNvSpPr>
            <a:spLocks noGrp="1"/>
          </p:cNvSpPr>
          <p:nvPr>
            <p:ph idx="1"/>
          </p:nvPr>
        </p:nvSpPr>
        <p:spPr/>
        <p:txBody>
          <a:bodyPr/>
          <a:lstStyle/>
          <a:p>
            <a:r>
              <a:rPr lang="en-US" dirty="0"/>
              <a:t>Computer Understanding of Natural Language </a:t>
            </a:r>
          </a:p>
          <a:p>
            <a:r>
              <a:rPr lang="en-US" dirty="0"/>
              <a:t>Dr. David Mohaisen (HEC 207)</a:t>
            </a:r>
          </a:p>
          <a:p>
            <a:r>
              <a:rPr lang="en-US" dirty="0"/>
              <a:t>Time: </a:t>
            </a:r>
            <a:r>
              <a:rPr lang="en-US" dirty="0" err="1"/>
              <a:t>TuTh</a:t>
            </a:r>
            <a:r>
              <a:rPr lang="en-US" dirty="0"/>
              <a:t> 12:00PM – 1:15PM</a:t>
            </a:r>
          </a:p>
          <a:p>
            <a:r>
              <a:rPr lang="en-US" dirty="0"/>
              <a:t>OH: Tuesday (2:00-3:00PM)</a:t>
            </a:r>
          </a:p>
          <a:p>
            <a:pPr lvl="1"/>
            <a:r>
              <a:rPr lang="en-US" dirty="0"/>
              <a:t>E-mail: </a:t>
            </a:r>
            <a:r>
              <a:rPr lang="en-US" dirty="0" err="1"/>
              <a:t>mohaisen@ucf.edu</a:t>
            </a:r>
            <a:endParaRPr lang="en-US" dirty="0"/>
          </a:p>
          <a:p>
            <a:r>
              <a:rPr lang="en-US" dirty="0"/>
              <a:t>Location (lecture): CB1 O307 </a:t>
            </a:r>
          </a:p>
          <a:p>
            <a:r>
              <a:rPr lang="en-US" dirty="0"/>
              <a:t>TA: Yohan </a:t>
            </a:r>
            <a:r>
              <a:rPr lang="en-US" dirty="0" err="1"/>
              <a:t>Hmaiti</a:t>
            </a:r>
            <a:endParaRPr lang="en-US" dirty="0"/>
          </a:p>
          <a:p>
            <a:r>
              <a:rPr lang="en-US" dirty="0"/>
              <a:t>Graders: David Mohaisen and Yohan </a:t>
            </a:r>
            <a:r>
              <a:rPr lang="en-US" dirty="0" err="1"/>
              <a:t>Hmaiti</a:t>
            </a:r>
            <a:endParaRPr lang="en-US" dirty="0"/>
          </a:p>
          <a:p>
            <a:r>
              <a:rPr lang="en-US" dirty="0"/>
              <a:t>Prerequisites: Intro to natural language processing or machine learning</a:t>
            </a:r>
            <a:endParaRPr lang="en-US" i="1" dirty="0"/>
          </a:p>
          <a:p>
            <a:endParaRPr lang="en-US" dirty="0"/>
          </a:p>
        </p:txBody>
      </p:sp>
      <p:sp>
        <p:nvSpPr>
          <p:cNvPr id="5" name="Slide Number Placeholder 4">
            <a:extLst>
              <a:ext uri="{FF2B5EF4-FFF2-40B4-BE49-F238E27FC236}">
                <a16:creationId xmlns:a16="http://schemas.microsoft.com/office/drawing/2014/main" id="{67D6FC88-E745-1640-B31E-57BBAAA45CC7}"/>
              </a:ext>
            </a:extLst>
          </p:cNvPr>
          <p:cNvSpPr>
            <a:spLocks noGrp="1"/>
          </p:cNvSpPr>
          <p:nvPr>
            <p:ph type="sldNum" sz="quarter" idx="12"/>
          </p:nvPr>
        </p:nvSpPr>
        <p:spPr/>
        <p:txBody>
          <a:bodyPr/>
          <a:lstStyle/>
          <a:p>
            <a:fld id="{D0B5CDF8-54D5-6043-A52E-76818AC5EAB8}" type="slidenum">
              <a:rPr lang="en-US" smtClean="0"/>
              <a:pPr/>
              <a:t>3</a:t>
            </a:fld>
            <a:endParaRPr lang="en-US" dirty="0"/>
          </a:p>
        </p:txBody>
      </p:sp>
    </p:spTree>
    <p:extLst>
      <p:ext uri="{BB962C8B-B14F-4D97-AF65-F5344CB8AC3E}">
        <p14:creationId xmlns:p14="http://schemas.microsoft.com/office/powerpoint/2010/main" val="38529571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BDD47-DAD0-A94D-AF6B-A909B91271A8}"/>
              </a:ext>
            </a:extLst>
          </p:cNvPr>
          <p:cNvSpPr>
            <a:spLocks noGrp="1"/>
          </p:cNvSpPr>
          <p:nvPr>
            <p:ph type="title"/>
          </p:nvPr>
        </p:nvSpPr>
        <p:spPr/>
        <p:txBody>
          <a:bodyPr/>
          <a:lstStyle/>
          <a:p>
            <a:r>
              <a:rPr lang="en-US" dirty="0"/>
              <a:t>Basic Information, cont.</a:t>
            </a:r>
          </a:p>
        </p:txBody>
      </p:sp>
      <p:sp>
        <p:nvSpPr>
          <p:cNvPr id="3" name="Content Placeholder 2">
            <a:extLst>
              <a:ext uri="{FF2B5EF4-FFF2-40B4-BE49-F238E27FC236}">
                <a16:creationId xmlns:a16="http://schemas.microsoft.com/office/drawing/2014/main" id="{1C1904E2-89B5-9C42-B28F-E7EE5E0DC5E4}"/>
              </a:ext>
            </a:extLst>
          </p:cNvPr>
          <p:cNvSpPr>
            <a:spLocks noGrp="1"/>
          </p:cNvSpPr>
          <p:nvPr>
            <p:ph idx="1"/>
          </p:nvPr>
        </p:nvSpPr>
        <p:spPr/>
        <p:txBody>
          <a:bodyPr/>
          <a:lstStyle/>
          <a:p>
            <a:r>
              <a:rPr lang="en-US" dirty="0"/>
              <a:t>Textbook:</a:t>
            </a:r>
          </a:p>
          <a:p>
            <a:pPr lvl="1"/>
            <a:r>
              <a:rPr lang="en-US" dirty="0"/>
              <a:t>No textbook is assigned. </a:t>
            </a:r>
          </a:p>
          <a:p>
            <a:pPr lvl="1"/>
            <a:endParaRPr lang="en-US" dirty="0"/>
          </a:p>
          <a:p>
            <a:r>
              <a:rPr lang="en-US" dirty="0"/>
              <a:t>Material: lecture slides, assigned readings. </a:t>
            </a:r>
            <a:endParaRPr lang="en-US" sz="4400" dirty="0"/>
          </a:p>
          <a:p>
            <a:pPr lvl="1"/>
            <a:r>
              <a:rPr lang="en-US" dirty="0"/>
              <a:t>The material covered in this course is based on CS224n offered by Chris Manning at Stanford University. </a:t>
            </a:r>
          </a:p>
          <a:p>
            <a:pPr lvl="2"/>
            <a:r>
              <a:rPr lang="en-US" dirty="0"/>
              <a:t>We will remove some of the proof material</a:t>
            </a:r>
          </a:p>
          <a:p>
            <a:pPr lvl="2"/>
            <a:r>
              <a:rPr lang="en-US" dirty="0"/>
              <a:t>Will augment the material with more applications</a:t>
            </a:r>
          </a:p>
          <a:p>
            <a:pPr lvl="1"/>
            <a:endParaRPr lang="en-US" dirty="0"/>
          </a:p>
          <a:p>
            <a:pPr lvl="1"/>
            <a:r>
              <a:rPr lang="en-US" dirty="0"/>
              <a:t>Ethics, bias, etc. are a subject of significant debate, so more on that. </a:t>
            </a:r>
          </a:p>
          <a:p>
            <a:pPr lvl="1"/>
            <a:endParaRPr lang="en-US" dirty="0"/>
          </a:p>
          <a:p>
            <a:pPr lvl="1"/>
            <a:r>
              <a:rPr lang="en-US" dirty="0"/>
              <a:t>Project, assignments, exams, etc. are all new and tailored to you. </a:t>
            </a:r>
          </a:p>
          <a:p>
            <a:endParaRPr lang="en-US" dirty="0"/>
          </a:p>
        </p:txBody>
      </p:sp>
      <p:sp>
        <p:nvSpPr>
          <p:cNvPr id="5" name="Slide Number Placeholder 4">
            <a:extLst>
              <a:ext uri="{FF2B5EF4-FFF2-40B4-BE49-F238E27FC236}">
                <a16:creationId xmlns:a16="http://schemas.microsoft.com/office/drawing/2014/main" id="{6D7ECDFF-B271-E748-B635-D35715B1F61E}"/>
              </a:ext>
            </a:extLst>
          </p:cNvPr>
          <p:cNvSpPr>
            <a:spLocks noGrp="1"/>
          </p:cNvSpPr>
          <p:nvPr>
            <p:ph type="sldNum" sz="quarter" idx="12"/>
          </p:nvPr>
        </p:nvSpPr>
        <p:spPr/>
        <p:txBody>
          <a:bodyPr/>
          <a:lstStyle/>
          <a:p>
            <a:fld id="{D0B5CDF8-54D5-6043-A52E-76818AC5EAB8}" type="slidenum">
              <a:rPr lang="en-US" smtClean="0"/>
              <a:pPr/>
              <a:t>4</a:t>
            </a:fld>
            <a:endParaRPr lang="en-US" dirty="0"/>
          </a:p>
        </p:txBody>
      </p:sp>
    </p:spTree>
    <p:extLst>
      <p:ext uri="{BB962C8B-B14F-4D97-AF65-F5344CB8AC3E}">
        <p14:creationId xmlns:p14="http://schemas.microsoft.com/office/powerpoint/2010/main" val="17373644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6C0B4A2-8049-3FED-3FE6-5D889357B019}"/>
              </a:ext>
            </a:extLst>
          </p:cNvPr>
          <p:cNvSpPr>
            <a:spLocks noGrp="1"/>
          </p:cNvSpPr>
          <p:nvPr>
            <p:ph type="ctrTitle"/>
          </p:nvPr>
        </p:nvSpPr>
        <p:spPr/>
        <p:txBody>
          <a:bodyPr/>
          <a:lstStyle/>
          <a:p>
            <a:r>
              <a:rPr lang="en-US" dirty="0"/>
              <a:t>Modules and Contents</a:t>
            </a:r>
          </a:p>
        </p:txBody>
      </p:sp>
      <p:sp>
        <p:nvSpPr>
          <p:cNvPr id="7" name="Subtitle 6">
            <a:extLst>
              <a:ext uri="{FF2B5EF4-FFF2-40B4-BE49-F238E27FC236}">
                <a16:creationId xmlns:a16="http://schemas.microsoft.com/office/drawing/2014/main" id="{C4A66BED-A365-2A25-98A1-4D76C22663D4}"/>
              </a:ext>
            </a:extLst>
          </p:cNvPr>
          <p:cNvSpPr>
            <a:spLocks noGrp="1"/>
          </p:cNvSpPr>
          <p:nvPr>
            <p:ph type="subTitle" idx="1"/>
          </p:nvPr>
        </p:nvSpPr>
        <p:spPr/>
        <p:txBody>
          <a:bodyPr/>
          <a:lstStyle/>
          <a:p>
            <a:endParaRPr lang="en-US"/>
          </a:p>
        </p:txBody>
      </p:sp>
      <p:sp>
        <p:nvSpPr>
          <p:cNvPr id="5" name="Slide Number Placeholder 4">
            <a:extLst>
              <a:ext uri="{FF2B5EF4-FFF2-40B4-BE49-F238E27FC236}">
                <a16:creationId xmlns:a16="http://schemas.microsoft.com/office/drawing/2014/main" id="{95523A41-A4A4-D642-0BE2-B2F3334BC645}"/>
              </a:ext>
            </a:extLst>
          </p:cNvPr>
          <p:cNvSpPr>
            <a:spLocks noGrp="1"/>
          </p:cNvSpPr>
          <p:nvPr>
            <p:ph type="sldNum" sz="quarter" idx="4294967295"/>
          </p:nvPr>
        </p:nvSpPr>
        <p:spPr>
          <a:xfrm>
            <a:off x="9347200" y="6534150"/>
            <a:ext cx="2844800" cy="365125"/>
          </a:xfrm>
          <a:prstGeom prst="rect">
            <a:avLst/>
          </a:prstGeom>
        </p:spPr>
        <p:txBody>
          <a:bodyPr vert="horz" lIns="91440" tIns="45720" rIns="91440" bIns="45720" rtlCol="0" anchor="ctr"/>
          <a:lstStyle>
            <a:defPPr>
              <a:defRPr lang="en-US"/>
            </a:defPPr>
            <a:lvl1pPr marL="0" algn="r" defTabSz="914400" rtl="0" eaLnBrk="1" latinLnBrk="0" hangingPunct="1">
              <a:defRPr sz="1000" kern="1200">
                <a:solidFill>
                  <a:schemeClr val="tx1"/>
                </a:solidFill>
                <a:latin typeface="Palatino" pitchFamily="2" charset="77"/>
                <a:ea typeface="Palatino" pitchFamily="2" charset="77"/>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F263007-9181-A64B-BE9E-86B509FB3A94}" type="slidenum">
              <a:rPr lang="en-US" smtClean="0"/>
              <a:pPr/>
              <a:t>5</a:t>
            </a:fld>
            <a:endParaRPr lang="en-US" dirty="0"/>
          </a:p>
        </p:txBody>
      </p:sp>
    </p:spTree>
    <p:extLst>
      <p:ext uri="{BB962C8B-B14F-4D97-AF65-F5344CB8AC3E}">
        <p14:creationId xmlns:p14="http://schemas.microsoft.com/office/powerpoint/2010/main" val="40894828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7312F-8647-BF44-80A3-236454226BF0}"/>
              </a:ext>
            </a:extLst>
          </p:cNvPr>
          <p:cNvSpPr>
            <a:spLocks noGrp="1"/>
          </p:cNvSpPr>
          <p:nvPr>
            <p:ph type="title"/>
          </p:nvPr>
        </p:nvSpPr>
        <p:spPr/>
        <p:txBody>
          <a:bodyPr/>
          <a:lstStyle/>
          <a:p>
            <a:r>
              <a:rPr lang="en-US" dirty="0"/>
              <a:t>Contents</a:t>
            </a:r>
          </a:p>
        </p:txBody>
      </p:sp>
      <p:sp>
        <p:nvSpPr>
          <p:cNvPr id="3" name="Content Placeholder 2">
            <a:extLst>
              <a:ext uri="{FF2B5EF4-FFF2-40B4-BE49-F238E27FC236}">
                <a16:creationId xmlns:a16="http://schemas.microsoft.com/office/drawing/2014/main" id="{D2570753-20F0-B74B-8F7D-AFD8B4DA9DB3}"/>
              </a:ext>
            </a:extLst>
          </p:cNvPr>
          <p:cNvSpPr>
            <a:spLocks noGrp="1"/>
          </p:cNvSpPr>
          <p:nvPr>
            <p:ph idx="1"/>
          </p:nvPr>
        </p:nvSpPr>
        <p:spPr>
          <a:xfrm>
            <a:off x="838200" y="1097280"/>
            <a:ext cx="11186160" cy="5356860"/>
          </a:xfrm>
        </p:spPr>
        <p:txBody>
          <a:bodyPr>
            <a:normAutofit/>
          </a:bodyPr>
          <a:lstStyle/>
          <a:p>
            <a:r>
              <a:rPr lang="en-US" dirty="0"/>
              <a:t>Module 1: Foundations of NLP and Linguistic Structure</a:t>
            </a:r>
          </a:p>
          <a:p>
            <a:r>
              <a:rPr lang="en-US" dirty="0"/>
              <a:t>Module 2: Neural Models for Classification and Prediction</a:t>
            </a:r>
          </a:p>
          <a:p>
            <a:r>
              <a:rPr lang="en-US" dirty="0"/>
              <a:t>Module 3: Language Modeling and Sequential Architectures</a:t>
            </a:r>
          </a:p>
          <a:p>
            <a:r>
              <a:rPr lang="en-US" dirty="0"/>
              <a:t>Module 4: Alternative Neural Archi. and Representation Units</a:t>
            </a:r>
          </a:p>
          <a:p>
            <a:r>
              <a:rPr lang="en-US" dirty="0"/>
              <a:t>Module 5: Natural Language Generation and Inference</a:t>
            </a:r>
          </a:p>
          <a:p>
            <a:r>
              <a:rPr lang="en-US" dirty="0"/>
              <a:t>Module 6: Meaning, Discourse, Semantics, and Generalization</a:t>
            </a:r>
          </a:p>
          <a:p>
            <a:r>
              <a:rPr lang="en-US" dirty="0"/>
              <a:t>Module 7: Large Language Models and Advanced Capabilities</a:t>
            </a:r>
          </a:p>
          <a:p>
            <a:r>
              <a:rPr lang="en-US" dirty="0"/>
              <a:t>Module 8: Ethics, Bias, and Responsible NLP</a:t>
            </a:r>
          </a:p>
        </p:txBody>
      </p:sp>
      <p:sp>
        <p:nvSpPr>
          <p:cNvPr id="5" name="Slide Number Placeholder 4">
            <a:extLst>
              <a:ext uri="{FF2B5EF4-FFF2-40B4-BE49-F238E27FC236}">
                <a16:creationId xmlns:a16="http://schemas.microsoft.com/office/drawing/2014/main" id="{DC867EA6-7003-3141-A057-63C57D15CCC2}"/>
              </a:ext>
            </a:extLst>
          </p:cNvPr>
          <p:cNvSpPr>
            <a:spLocks noGrp="1"/>
          </p:cNvSpPr>
          <p:nvPr>
            <p:ph type="sldNum" sz="quarter" idx="12"/>
          </p:nvPr>
        </p:nvSpPr>
        <p:spPr/>
        <p:txBody>
          <a:bodyPr/>
          <a:lstStyle/>
          <a:p>
            <a:fld id="{D0B5CDF8-54D5-6043-A52E-76818AC5EAB8}" type="slidenum">
              <a:rPr lang="en-US" smtClean="0"/>
              <a:pPr/>
              <a:t>6</a:t>
            </a:fld>
            <a:endParaRPr lang="en-US" dirty="0"/>
          </a:p>
        </p:txBody>
      </p:sp>
    </p:spTree>
    <p:extLst>
      <p:ext uri="{BB962C8B-B14F-4D97-AF65-F5344CB8AC3E}">
        <p14:creationId xmlns:p14="http://schemas.microsoft.com/office/powerpoint/2010/main" val="40490108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B0323-8407-D387-7630-16104547C404}"/>
              </a:ext>
            </a:extLst>
          </p:cNvPr>
          <p:cNvSpPr>
            <a:spLocks noGrp="1"/>
          </p:cNvSpPr>
          <p:nvPr>
            <p:ph type="title"/>
          </p:nvPr>
        </p:nvSpPr>
        <p:spPr/>
        <p:txBody>
          <a:bodyPr/>
          <a:lstStyle/>
          <a:p>
            <a:r>
              <a:rPr lang="en-US" dirty="0"/>
              <a:t>Contents: Details (1/4)</a:t>
            </a:r>
          </a:p>
        </p:txBody>
      </p:sp>
      <p:sp>
        <p:nvSpPr>
          <p:cNvPr id="3" name="Content Placeholder 2">
            <a:extLst>
              <a:ext uri="{FF2B5EF4-FFF2-40B4-BE49-F238E27FC236}">
                <a16:creationId xmlns:a16="http://schemas.microsoft.com/office/drawing/2014/main" id="{0CFC684B-6A82-57B5-A709-64880B3D9A74}"/>
              </a:ext>
            </a:extLst>
          </p:cNvPr>
          <p:cNvSpPr>
            <a:spLocks noGrp="1"/>
          </p:cNvSpPr>
          <p:nvPr>
            <p:ph idx="1"/>
          </p:nvPr>
        </p:nvSpPr>
        <p:spPr/>
        <p:txBody>
          <a:bodyPr>
            <a:normAutofit lnSpcReduction="10000"/>
          </a:bodyPr>
          <a:lstStyle/>
          <a:p>
            <a:pPr lvl="0"/>
            <a:r>
              <a:rPr lang="en-US" dirty="0"/>
              <a:t>Module 1: Foundations of NLP and Linguistic Structure</a:t>
            </a:r>
          </a:p>
          <a:p>
            <a:pPr lvl="1"/>
            <a:r>
              <a:rPr lang="en-US" dirty="0"/>
              <a:t>Lecture 2: Foundations of Natural Language Processing: History, Tasks, and Linguistic Levels</a:t>
            </a:r>
          </a:p>
          <a:p>
            <a:pPr lvl="1"/>
            <a:r>
              <a:rPr lang="en-US" dirty="0"/>
              <a:t>Lecture 3: Distributional Semantics and Word Embeddings: Word2Vec and Optimization</a:t>
            </a:r>
          </a:p>
          <a:p>
            <a:pPr lvl="1"/>
            <a:r>
              <a:rPr lang="en-US" dirty="0"/>
              <a:t>Lecture 4: Learning and Evaluating Word Representations: Optimization, Negative Sampling, and Sense Ambiguity</a:t>
            </a:r>
          </a:p>
          <a:p>
            <a:pPr lvl="0"/>
            <a:endParaRPr lang="en-US" dirty="0"/>
          </a:p>
          <a:p>
            <a:pPr lvl="0"/>
            <a:r>
              <a:rPr lang="en-US" dirty="0"/>
              <a:t>Module 2: Neural Models for Classification and Structured Prediction</a:t>
            </a:r>
          </a:p>
          <a:p>
            <a:pPr lvl="1"/>
            <a:r>
              <a:rPr lang="en-US" dirty="0"/>
              <a:t>Lecture 5: Neural Network Classifiers and Sequence Labeling for NLP</a:t>
            </a:r>
          </a:p>
          <a:p>
            <a:pPr lvl="1"/>
            <a:r>
              <a:rPr lang="en-US" dirty="0"/>
              <a:t>Lecture 6: Training Neural NLP Models: Max-Margin Learning, Embedding Fine-Tuning, and Backpropagation</a:t>
            </a:r>
          </a:p>
          <a:p>
            <a:pPr lvl="1"/>
            <a:r>
              <a:rPr lang="en-US" dirty="0"/>
              <a:t>Lecture 7: Syntactic Parsing in NLP: Context-Free Grammars, Dependency Structures, and Neural Parsers</a:t>
            </a:r>
          </a:p>
        </p:txBody>
      </p:sp>
      <p:sp>
        <p:nvSpPr>
          <p:cNvPr id="5" name="Slide Number Placeholder 4">
            <a:extLst>
              <a:ext uri="{FF2B5EF4-FFF2-40B4-BE49-F238E27FC236}">
                <a16:creationId xmlns:a16="http://schemas.microsoft.com/office/drawing/2014/main" id="{2F8A32E1-EC22-8A18-F5FE-9339271CDA78}"/>
              </a:ext>
            </a:extLst>
          </p:cNvPr>
          <p:cNvSpPr>
            <a:spLocks noGrp="1"/>
          </p:cNvSpPr>
          <p:nvPr>
            <p:ph type="sldNum" sz="quarter" idx="12"/>
          </p:nvPr>
        </p:nvSpPr>
        <p:spPr/>
        <p:txBody>
          <a:bodyPr/>
          <a:lstStyle/>
          <a:p>
            <a:fld id="{D0B5CDF8-54D5-6043-A52E-76818AC5EAB8}" type="slidenum">
              <a:rPr lang="en-US" smtClean="0"/>
              <a:pPr/>
              <a:t>7</a:t>
            </a:fld>
            <a:endParaRPr lang="en-US" dirty="0"/>
          </a:p>
        </p:txBody>
      </p:sp>
    </p:spTree>
    <p:extLst>
      <p:ext uri="{BB962C8B-B14F-4D97-AF65-F5344CB8AC3E}">
        <p14:creationId xmlns:p14="http://schemas.microsoft.com/office/powerpoint/2010/main" val="4105511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5A683-25FC-D785-C579-5099880D87FC}"/>
              </a:ext>
            </a:extLst>
          </p:cNvPr>
          <p:cNvSpPr>
            <a:spLocks noGrp="1"/>
          </p:cNvSpPr>
          <p:nvPr>
            <p:ph type="title"/>
          </p:nvPr>
        </p:nvSpPr>
        <p:spPr/>
        <p:txBody>
          <a:bodyPr/>
          <a:lstStyle/>
          <a:p>
            <a:r>
              <a:rPr lang="en-US" dirty="0"/>
              <a:t>Contents: Details (2/4)</a:t>
            </a:r>
          </a:p>
        </p:txBody>
      </p:sp>
      <p:sp>
        <p:nvSpPr>
          <p:cNvPr id="3" name="Content Placeholder 2">
            <a:extLst>
              <a:ext uri="{FF2B5EF4-FFF2-40B4-BE49-F238E27FC236}">
                <a16:creationId xmlns:a16="http://schemas.microsoft.com/office/drawing/2014/main" id="{56BE80D5-C311-1229-D868-2883CA596684}"/>
              </a:ext>
            </a:extLst>
          </p:cNvPr>
          <p:cNvSpPr>
            <a:spLocks noGrp="1"/>
          </p:cNvSpPr>
          <p:nvPr>
            <p:ph idx="1"/>
          </p:nvPr>
        </p:nvSpPr>
        <p:spPr/>
        <p:txBody>
          <a:bodyPr>
            <a:normAutofit/>
          </a:bodyPr>
          <a:lstStyle/>
          <a:p>
            <a:r>
              <a:rPr lang="en-US" dirty="0"/>
              <a:t>Module 3: Language Modeling and Sequential Architectures</a:t>
            </a:r>
          </a:p>
          <a:p>
            <a:pPr lvl="1"/>
            <a:r>
              <a:rPr lang="en-US" dirty="0"/>
              <a:t>Lecture 8: Language Modeling: N-Grams, Sparsity, and Neural Language Models</a:t>
            </a:r>
          </a:p>
          <a:p>
            <a:pPr lvl="1"/>
            <a:r>
              <a:rPr lang="en-US" dirty="0"/>
              <a:t>Lecture 9: Recurrent Language Models: RNNs, LSTMs, GRUs, and Evaluation</a:t>
            </a:r>
          </a:p>
          <a:p>
            <a:pPr lvl="1"/>
            <a:r>
              <a:rPr lang="en-US" dirty="0"/>
              <a:t>Lecture 10: Sequence-to-Sequence Models: Bidirectional RNNs, Attention, and Neural Machine Translation</a:t>
            </a:r>
          </a:p>
          <a:p>
            <a:pPr lvl="1"/>
            <a:endParaRPr lang="en-US" dirty="0"/>
          </a:p>
          <a:p>
            <a:r>
              <a:rPr lang="en-US" dirty="0"/>
              <a:t>Module 4: Alternative Neural Architectures and Representation Units</a:t>
            </a:r>
          </a:p>
          <a:p>
            <a:pPr lvl="1"/>
            <a:r>
              <a:rPr lang="en-US" dirty="0"/>
              <a:t>Lecture 11: Convolutional Neural Networks for NLP: Phrase Modeling and Sentence Classification</a:t>
            </a:r>
          </a:p>
          <a:p>
            <a:pPr lvl="1"/>
            <a:r>
              <a:rPr lang="en-US" dirty="0"/>
              <a:t>Lecture 12: Advanced CNN Architectures and Gated Models for NLP</a:t>
            </a:r>
          </a:p>
          <a:p>
            <a:pPr lvl="1"/>
            <a:r>
              <a:rPr lang="en-US" dirty="0"/>
              <a:t>Lecture 13: </a:t>
            </a:r>
            <a:r>
              <a:rPr lang="en-US" dirty="0" err="1"/>
              <a:t>Subword</a:t>
            </a:r>
            <a:r>
              <a:rPr lang="en-US" dirty="0"/>
              <a:t> and Character-Level Modeling: BPE, </a:t>
            </a:r>
            <a:r>
              <a:rPr lang="en-US" dirty="0" err="1"/>
              <a:t>WordPiece</a:t>
            </a:r>
            <a:r>
              <a:rPr lang="en-US" dirty="0"/>
              <a:t>, and Unigram Tokenization</a:t>
            </a:r>
          </a:p>
        </p:txBody>
      </p:sp>
      <p:sp>
        <p:nvSpPr>
          <p:cNvPr id="4" name="Slide Number Placeholder 3">
            <a:extLst>
              <a:ext uri="{FF2B5EF4-FFF2-40B4-BE49-F238E27FC236}">
                <a16:creationId xmlns:a16="http://schemas.microsoft.com/office/drawing/2014/main" id="{5DA6CC6C-4A4F-D04B-A55F-82C85C3AB7D2}"/>
              </a:ext>
            </a:extLst>
          </p:cNvPr>
          <p:cNvSpPr>
            <a:spLocks noGrp="1"/>
          </p:cNvSpPr>
          <p:nvPr>
            <p:ph type="sldNum" sz="quarter" idx="12"/>
          </p:nvPr>
        </p:nvSpPr>
        <p:spPr/>
        <p:txBody>
          <a:bodyPr/>
          <a:lstStyle/>
          <a:p>
            <a:fld id="{D0B5CDF8-54D5-6043-A52E-76818AC5EAB8}" type="slidenum">
              <a:rPr lang="en-US" smtClean="0"/>
              <a:pPr/>
              <a:t>8</a:t>
            </a:fld>
            <a:endParaRPr lang="en-US" dirty="0"/>
          </a:p>
        </p:txBody>
      </p:sp>
    </p:spTree>
    <p:extLst>
      <p:ext uri="{BB962C8B-B14F-4D97-AF65-F5344CB8AC3E}">
        <p14:creationId xmlns:p14="http://schemas.microsoft.com/office/powerpoint/2010/main" val="14734216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12642-5957-C960-701A-B40ED26DE692}"/>
              </a:ext>
            </a:extLst>
          </p:cNvPr>
          <p:cNvSpPr>
            <a:spLocks noGrp="1"/>
          </p:cNvSpPr>
          <p:nvPr>
            <p:ph type="title"/>
          </p:nvPr>
        </p:nvSpPr>
        <p:spPr/>
        <p:txBody>
          <a:bodyPr/>
          <a:lstStyle/>
          <a:p>
            <a:r>
              <a:rPr lang="en-US" dirty="0"/>
              <a:t>Contents: Details (3/4)</a:t>
            </a:r>
          </a:p>
        </p:txBody>
      </p:sp>
      <p:sp>
        <p:nvSpPr>
          <p:cNvPr id="3" name="Content Placeholder 2">
            <a:extLst>
              <a:ext uri="{FF2B5EF4-FFF2-40B4-BE49-F238E27FC236}">
                <a16:creationId xmlns:a16="http://schemas.microsoft.com/office/drawing/2014/main" id="{84F6D40A-F832-0C33-C16D-CB4DF65A261F}"/>
              </a:ext>
            </a:extLst>
          </p:cNvPr>
          <p:cNvSpPr>
            <a:spLocks noGrp="1"/>
          </p:cNvSpPr>
          <p:nvPr>
            <p:ph idx="1"/>
          </p:nvPr>
        </p:nvSpPr>
        <p:spPr/>
        <p:txBody>
          <a:bodyPr>
            <a:normAutofit lnSpcReduction="10000"/>
          </a:bodyPr>
          <a:lstStyle/>
          <a:p>
            <a:r>
              <a:rPr lang="en-US" dirty="0"/>
              <a:t>Module 5: Natural Language Generation and Inference</a:t>
            </a:r>
          </a:p>
          <a:p>
            <a:pPr lvl="1"/>
            <a:r>
              <a:rPr lang="en-US" dirty="0"/>
              <a:t>Lecture 14: Natural Language Generation: Summarization, Dialogue Systems, and Reinforcement Learning</a:t>
            </a:r>
          </a:p>
          <a:p>
            <a:pPr lvl="1"/>
            <a:r>
              <a:rPr lang="en-US" dirty="0"/>
              <a:t>Lecture 15: Conversational QA and Story Generation: Multimodal NLG and Evaluation</a:t>
            </a:r>
          </a:p>
          <a:p>
            <a:pPr lvl="1"/>
            <a:r>
              <a:rPr lang="en-US" dirty="0"/>
              <a:t>Lecture 16: Decoding Strategies for Language Models: Greedy, Beam Search, and Sampling</a:t>
            </a:r>
          </a:p>
          <a:p>
            <a:pPr lvl="1"/>
            <a:endParaRPr lang="en-US" dirty="0"/>
          </a:p>
          <a:p>
            <a:r>
              <a:rPr lang="en-US" dirty="0"/>
              <a:t>Module 6: Meaning, Discourse, Semantic Structure, and Generalization</a:t>
            </a:r>
          </a:p>
          <a:p>
            <a:pPr lvl="1"/>
            <a:r>
              <a:rPr lang="en-US" dirty="0"/>
              <a:t>Lecture 17: Coreference Resolution and Discourse-Level Understanding in NLP</a:t>
            </a:r>
          </a:p>
          <a:p>
            <a:pPr lvl="1"/>
            <a:r>
              <a:rPr lang="en-US" dirty="0"/>
              <a:t>Lecture 18: Semantic Composition and Structured Meaning in NLP: From Compositionality to Scene Parsing</a:t>
            </a:r>
          </a:p>
          <a:p>
            <a:pPr lvl="1"/>
            <a:r>
              <a:rPr lang="en-US" dirty="0"/>
              <a:t>Lecture 19: Unified and Multi-Task Learning in NLP: Question Answering as a General Framework</a:t>
            </a:r>
          </a:p>
        </p:txBody>
      </p:sp>
      <p:sp>
        <p:nvSpPr>
          <p:cNvPr id="4" name="Slide Number Placeholder 3">
            <a:extLst>
              <a:ext uri="{FF2B5EF4-FFF2-40B4-BE49-F238E27FC236}">
                <a16:creationId xmlns:a16="http://schemas.microsoft.com/office/drawing/2014/main" id="{00F10B61-132E-439B-A347-210CEB641210}"/>
              </a:ext>
            </a:extLst>
          </p:cNvPr>
          <p:cNvSpPr>
            <a:spLocks noGrp="1"/>
          </p:cNvSpPr>
          <p:nvPr>
            <p:ph type="sldNum" sz="quarter" idx="12"/>
          </p:nvPr>
        </p:nvSpPr>
        <p:spPr/>
        <p:txBody>
          <a:bodyPr/>
          <a:lstStyle/>
          <a:p>
            <a:fld id="{D0B5CDF8-54D5-6043-A52E-76818AC5EAB8}" type="slidenum">
              <a:rPr lang="en-US" smtClean="0"/>
              <a:pPr/>
              <a:t>9</a:t>
            </a:fld>
            <a:endParaRPr lang="en-US" dirty="0"/>
          </a:p>
        </p:txBody>
      </p:sp>
    </p:spTree>
    <p:extLst>
      <p:ext uri="{BB962C8B-B14F-4D97-AF65-F5344CB8AC3E}">
        <p14:creationId xmlns:p14="http://schemas.microsoft.com/office/powerpoint/2010/main" val="11976862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449EE-715E-9047-146B-D27BF8F926AA}"/>
              </a:ext>
            </a:extLst>
          </p:cNvPr>
          <p:cNvSpPr>
            <a:spLocks noGrp="1"/>
          </p:cNvSpPr>
          <p:nvPr>
            <p:ph type="title"/>
          </p:nvPr>
        </p:nvSpPr>
        <p:spPr/>
        <p:txBody>
          <a:bodyPr/>
          <a:lstStyle/>
          <a:p>
            <a:r>
              <a:rPr lang="en-US" dirty="0"/>
              <a:t>Contents: Details (4/4)</a:t>
            </a:r>
          </a:p>
        </p:txBody>
      </p:sp>
      <p:sp>
        <p:nvSpPr>
          <p:cNvPr id="3" name="Content Placeholder 2">
            <a:extLst>
              <a:ext uri="{FF2B5EF4-FFF2-40B4-BE49-F238E27FC236}">
                <a16:creationId xmlns:a16="http://schemas.microsoft.com/office/drawing/2014/main" id="{31A40AA8-2E4C-D358-F055-BF0B0F1B7B2C}"/>
              </a:ext>
            </a:extLst>
          </p:cNvPr>
          <p:cNvSpPr>
            <a:spLocks noGrp="1"/>
          </p:cNvSpPr>
          <p:nvPr>
            <p:ph idx="1"/>
          </p:nvPr>
        </p:nvSpPr>
        <p:spPr/>
        <p:txBody>
          <a:bodyPr>
            <a:normAutofit/>
          </a:bodyPr>
          <a:lstStyle/>
          <a:p>
            <a:r>
              <a:rPr lang="en-US" dirty="0"/>
              <a:t>Module 7: Large Language Models and Advanced Capabilities</a:t>
            </a:r>
          </a:p>
          <a:p>
            <a:pPr lvl="1"/>
            <a:r>
              <a:rPr lang="en-US" dirty="0"/>
              <a:t>Lecture 20: Large Language Models: Architectures, Pretraining, Alignment, and Scaling</a:t>
            </a:r>
          </a:p>
          <a:p>
            <a:pPr lvl="1"/>
            <a:r>
              <a:rPr lang="en-US" dirty="0"/>
              <a:t>Lecture 21 and Lecture 22: Reasoning in Language Models: Human Cognition, Chain-of-Thought, and Limitations</a:t>
            </a:r>
          </a:p>
          <a:p>
            <a:pPr marL="0" indent="0">
              <a:buNone/>
            </a:pPr>
            <a:endParaRPr lang="en-US" dirty="0"/>
          </a:p>
          <a:p>
            <a:r>
              <a:rPr lang="en-US" dirty="0"/>
              <a:t>Module 8: Ethics, Bias, and Responsible NLP</a:t>
            </a:r>
          </a:p>
          <a:p>
            <a:pPr lvl="1"/>
            <a:r>
              <a:rPr lang="en-US" dirty="0"/>
              <a:t>Lecture 23 and Lecture 24: Ethics, Bias, and Responsible NLP: Dual Use, Social Harm, and Mitigation</a:t>
            </a:r>
          </a:p>
        </p:txBody>
      </p:sp>
      <p:sp>
        <p:nvSpPr>
          <p:cNvPr id="4" name="Slide Number Placeholder 3">
            <a:extLst>
              <a:ext uri="{FF2B5EF4-FFF2-40B4-BE49-F238E27FC236}">
                <a16:creationId xmlns:a16="http://schemas.microsoft.com/office/drawing/2014/main" id="{9A21783E-4B2B-84BC-DE9D-13EBEA53195E}"/>
              </a:ext>
            </a:extLst>
          </p:cNvPr>
          <p:cNvSpPr>
            <a:spLocks noGrp="1"/>
          </p:cNvSpPr>
          <p:nvPr>
            <p:ph type="sldNum" sz="quarter" idx="12"/>
          </p:nvPr>
        </p:nvSpPr>
        <p:spPr/>
        <p:txBody>
          <a:bodyPr/>
          <a:lstStyle/>
          <a:p>
            <a:fld id="{D0B5CDF8-54D5-6043-A52E-76818AC5EAB8}" type="slidenum">
              <a:rPr lang="en-US" smtClean="0"/>
              <a:pPr/>
              <a:t>10</a:t>
            </a:fld>
            <a:endParaRPr lang="en-US" dirty="0"/>
          </a:p>
        </p:txBody>
      </p:sp>
    </p:spTree>
    <p:extLst>
      <p:ext uri="{BB962C8B-B14F-4D97-AF65-F5344CB8AC3E}">
        <p14:creationId xmlns:p14="http://schemas.microsoft.com/office/powerpoint/2010/main" val="3040220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6C0B4A2-8049-3FED-3FE6-5D889357B019}"/>
              </a:ext>
            </a:extLst>
          </p:cNvPr>
          <p:cNvSpPr>
            <a:spLocks noGrp="1"/>
          </p:cNvSpPr>
          <p:nvPr>
            <p:ph type="ctrTitle"/>
          </p:nvPr>
        </p:nvSpPr>
        <p:spPr>
          <a:xfrm>
            <a:off x="4183380" y="868362"/>
            <a:ext cx="7174230" cy="2387600"/>
          </a:xfrm>
        </p:spPr>
        <p:txBody>
          <a:bodyPr>
            <a:normAutofit fontScale="90000"/>
          </a:bodyPr>
          <a:lstStyle/>
          <a:p>
            <a:r>
              <a:rPr lang="en-US" dirty="0"/>
              <a:t>Course Assessment and Grading Policies</a:t>
            </a:r>
          </a:p>
        </p:txBody>
      </p:sp>
      <p:sp>
        <p:nvSpPr>
          <p:cNvPr id="7" name="Subtitle 6">
            <a:extLst>
              <a:ext uri="{FF2B5EF4-FFF2-40B4-BE49-F238E27FC236}">
                <a16:creationId xmlns:a16="http://schemas.microsoft.com/office/drawing/2014/main" id="{8DF56880-6733-DDE6-1E0C-043564C3631F}"/>
              </a:ext>
            </a:extLst>
          </p:cNvPr>
          <p:cNvSpPr>
            <a:spLocks noGrp="1"/>
          </p:cNvSpPr>
          <p:nvPr>
            <p:ph type="subTitle" idx="1"/>
          </p:nvPr>
        </p:nvSpPr>
        <p:spPr/>
        <p:txBody>
          <a:bodyPr/>
          <a:lstStyle/>
          <a:p>
            <a:endParaRPr lang="en-US"/>
          </a:p>
        </p:txBody>
      </p:sp>
      <p:sp>
        <p:nvSpPr>
          <p:cNvPr id="5" name="Slide Number Placeholder 4">
            <a:extLst>
              <a:ext uri="{FF2B5EF4-FFF2-40B4-BE49-F238E27FC236}">
                <a16:creationId xmlns:a16="http://schemas.microsoft.com/office/drawing/2014/main" id="{95523A41-A4A4-D642-0BE2-B2F3334BC645}"/>
              </a:ext>
            </a:extLst>
          </p:cNvPr>
          <p:cNvSpPr>
            <a:spLocks noGrp="1"/>
          </p:cNvSpPr>
          <p:nvPr>
            <p:ph type="sldNum" sz="quarter" idx="4294967295"/>
          </p:nvPr>
        </p:nvSpPr>
        <p:spPr>
          <a:xfrm>
            <a:off x="9347200" y="6534150"/>
            <a:ext cx="2844800" cy="365125"/>
          </a:xfrm>
          <a:prstGeom prst="rect">
            <a:avLst/>
          </a:prstGeom>
        </p:spPr>
        <p:txBody>
          <a:bodyPr vert="horz" lIns="91440" tIns="45720" rIns="91440" bIns="45720" rtlCol="0" anchor="ctr"/>
          <a:lstStyle>
            <a:defPPr>
              <a:defRPr lang="en-US"/>
            </a:defPPr>
            <a:lvl1pPr marL="0" algn="r" defTabSz="914400" rtl="0" eaLnBrk="1" latinLnBrk="0" hangingPunct="1">
              <a:defRPr sz="1000" kern="1200">
                <a:solidFill>
                  <a:schemeClr val="tx1"/>
                </a:solidFill>
                <a:latin typeface="Palatino" pitchFamily="2" charset="77"/>
                <a:ea typeface="Palatino" pitchFamily="2" charset="77"/>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F263007-9181-A64B-BE9E-86B509FB3A94}" type="slidenum">
              <a:rPr lang="en-US" smtClean="0"/>
              <a:pPr/>
              <a:t>11</a:t>
            </a:fld>
            <a:endParaRPr lang="en-US" dirty="0"/>
          </a:p>
        </p:txBody>
      </p:sp>
    </p:spTree>
    <p:extLst>
      <p:ext uri="{BB962C8B-B14F-4D97-AF65-F5344CB8AC3E}">
        <p14:creationId xmlns:p14="http://schemas.microsoft.com/office/powerpoint/2010/main" val="2856665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7312F-8647-BF44-80A3-236454226BF0}"/>
              </a:ext>
            </a:extLst>
          </p:cNvPr>
          <p:cNvSpPr>
            <a:spLocks noGrp="1"/>
          </p:cNvSpPr>
          <p:nvPr>
            <p:ph type="title"/>
          </p:nvPr>
        </p:nvSpPr>
        <p:spPr/>
        <p:txBody>
          <a:bodyPr>
            <a:normAutofit/>
          </a:bodyPr>
          <a:lstStyle/>
          <a:p>
            <a:r>
              <a:rPr lang="en-US" dirty="0"/>
              <a:t>Policies (1): Attendance</a:t>
            </a:r>
          </a:p>
        </p:txBody>
      </p:sp>
      <p:sp>
        <p:nvSpPr>
          <p:cNvPr id="3" name="Content Placeholder 2">
            <a:extLst>
              <a:ext uri="{FF2B5EF4-FFF2-40B4-BE49-F238E27FC236}">
                <a16:creationId xmlns:a16="http://schemas.microsoft.com/office/drawing/2014/main" id="{D2570753-20F0-B74B-8F7D-AFD8B4DA9DB3}"/>
              </a:ext>
            </a:extLst>
          </p:cNvPr>
          <p:cNvSpPr>
            <a:spLocks noGrp="1"/>
          </p:cNvSpPr>
          <p:nvPr>
            <p:ph idx="1"/>
          </p:nvPr>
        </p:nvSpPr>
        <p:spPr/>
        <p:txBody>
          <a:bodyPr>
            <a:normAutofit/>
          </a:bodyPr>
          <a:lstStyle/>
          <a:p>
            <a:r>
              <a:rPr lang="en-US" dirty="0"/>
              <a:t>Attendance of the in-class lectures is </a:t>
            </a:r>
            <a:r>
              <a:rPr lang="en-US" i="1" dirty="0"/>
              <a:t>mandatory</a:t>
            </a:r>
            <a:r>
              <a:rPr lang="en-US" dirty="0"/>
              <a:t>, </a:t>
            </a:r>
          </a:p>
          <a:p>
            <a:r>
              <a:rPr lang="en-US" dirty="0"/>
              <a:t>8 points are assigned to attendance, and students are expected to attend all lectures to perform well in the class. </a:t>
            </a:r>
          </a:p>
          <a:p>
            <a:pPr lvl="1"/>
            <a:r>
              <a:rPr lang="en-US" dirty="0"/>
              <a:t>Attending ≥ 80% of the lectures will give you the full attendance mark.</a:t>
            </a:r>
          </a:p>
          <a:p>
            <a:r>
              <a:rPr lang="en-US" dirty="0"/>
              <a:t>No recording will be posted online beyond two weeks from the lecture time. This is only an additional flexibility provided for this course for those students with special accommodations. </a:t>
            </a:r>
          </a:p>
          <a:p>
            <a:r>
              <a:rPr lang="en-US" dirty="0"/>
              <a:t>Projects, assignments, and tests will be discussed only in class. All works, including projects, are done individually.</a:t>
            </a:r>
          </a:p>
          <a:p>
            <a:endParaRPr lang="en-US" dirty="0"/>
          </a:p>
        </p:txBody>
      </p:sp>
      <p:sp>
        <p:nvSpPr>
          <p:cNvPr id="5" name="Slide Number Placeholder 4">
            <a:extLst>
              <a:ext uri="{FF2B5EF4-FFF2-40B4-BE49-F238E27FC236}">
                <a16:creationId xmlns:a16="http://schemas.microsoft.com/office/drawing/2014/main" id="{DC867EA6-7003-3141-A057-63C57D15CCC2}"/>
              </a:ext>
            </a:extLst>
          </p:cNvPr>
          <p:cNvSpPr>
            <a:spLocks noGrp="1"/>
          </p:cNvSpPr>
          <p:nvPr>
            <p:ph type="sldNum" sz="quarter" idx="12"/>
          </p:nvPr>
        </p:nvSpPr>
        <p:spPr/>
        <p:txBody>
          <a:bodyPr/>
          <a:lstStyle/>
          <a:p>
            <a:fld id="{D0B5CDF8-54D5-6043-A52E-76818AC5EAB8}" type="slidenum">
              <a:rPr lang="en-US" smtClean="0"/>
              <a:pPr/>
              <a:t>12</a:t>
            </a:fld>
            <a:endParaRPr lang="en-US" dirty="0"/>
          </a:p>
        </p:txBody>
      </p:sp>
    </p:spTree>
    <p:extLst>
      <p:ext uri="{BB962C8B-B14F-4D97-AF65-F5344CB8AC3E}">
        <p14:creationId xmlns:p14="http://schemas.microsoft.com/office/powerpoint/2010/main" val="375847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7312F-8647-BF44-80A3-236454226BF0}"/>
              </a:ext>
            </a:extLst>
          </p:cNvPr>
          <p:cNvSpPr>
            <a:spLocks noGrp="1"/>
          </p:cNvSpPr>
          <p:nvPr>
            <p:ph type="title"/>
          </p:nvPr>
        </p:nvSpPr>
        <p:spPr/>
        <p:txBody>
          <a:bodyPr/>
          <a:lstStyle/>
          <a:p>
            <a:r>
              <a:rPr lang="en-US" dirty="0"/>
              <a:t>Policies (2): Individual Work/Makeups</a:t>
            </a:r>
          </a:p>
        </p:txBody>
      </p:sp>
      <p:sp>
        <p:nvSpPr>
          <p:cNvPr id="3" name="Content Placeholder 2">
            <a:extLst>
              <a:ext uri="{FF2B5EF4-FFF2-40B4-BE49-F238E27FC236}">
                <a16:creationId xmlns:a16="http://schemas.microsoft.com/office/drawing/2014/main" id="{D2570753-20F0-B74B-8F7D-AFD8B4DA9DB3}"/>
              </a:ext>
            </a:extLst>
          </p:cNvPr>
          <p:cNvSpPr>
            <a:spLocks noGrp="1"/>
          </p:cNvSpPr>
          <p:nvPr>
            <p:ph idx="1"/>
          </p:nvPr>
        </p:nvSpPr>
        <p:spPr/>
        <p:txBody>
          <a:bodyPr/>
          <a:lstStyle/>
          <a:p>
            <a:pPr lvl="0"/>
            <a:r>
              <a:rPr lang="en-US" b="1" dirty="0"/>
              <a:t>Individual works</a:t>
            </a:r>
            <a:r>
              <a:rPr lang="en-US" dirty="0"/>
              <a:t>: All assignments, quizzes, and exams in this course are to be done individually. While discussing the homework with other students is permitted, you should do your homework by yourself. </a:t>
            </a:r>
          </a:p>
          <a:p>
            <a:pPr lvl="0"/>
            <a:endParaRPr lang="en-US" dirty="0"/>
          </a:p>
          <a:p>
            <a:pPr lvl="0"/>
            <a:r>
              <a:rPr lang="en-US" b="1" dirty="0"/>
              <a:t>Exams format: </a:t>
            </a:r>
            <a:r>
              <a:rPr lang="en-US" dirty="0"/>
              <a:t>All exams are closed-book and open notes (see below). </a:t>
            </a:r>
          </a:p>
          <a:p>
            <a:pPr lvl="1"/>
            <a:r>
              <a:rPr lang="en-US" dirty="0"/>
              <a:t>All exams will be done during the lecture time. </a:t>
            </a:r>
          </a:p>
          <a:p>
            <a:pPr lvl="1"/>
            <a:r>
              <a:rPr lang="en-US" dirty="0"/>
              <a:t>No makeup exams will be given except in extreme circumstances</a:t>
            </a:r>
          </a:p>
          <a:p>
            <a:pPr lvl="1"/>
            <a:r>
              <a:rPr lang="en-US" dirty="0"/>
              <a:t>All students, including those with especial accommodations, need to make the in-person exam session. Plan accordingly.</a:t>
            </a:r>
          </a:p>
          <a:p>
            <a:endParaRPr lang="en-US" dirty="0"/>
          </a:p>
        </p:txBody>
      </p:sp>
      <p:sp>
        <p:nvSpPr>
          <p:cNvPr id="5" name="Slide Number Placeholder 4">
            <a:extLst>
              <a:ext uri="{FF2B5EF4-FFF2-40B4-BE49-F238E27FC236}">
                <a16:creationId xmlns:a16="http://schemas.microsoft.com/office/drawing/2014/main" id="{DC867EA6-7003-3141-A057-63C57D15CCC2}"/>
              </a:ext>
            </a:extLst>
          </p:cNvPr>
          <p:cNvSpPr>
            <a:spLocks noGrp="1"/>
          </p:cNvSpPr>
          <p:nvPr>
            <p:ph type="sldNum" sz="quarter" idx="12"/>
          </p:nvPr>
        </p:nvSpPr>
        <p:spPr/>
        <p:txBody>
          <a:bodyPr/>
          <a:lstStyle/>
          <a:p>
            <a:fld id="{D0B5CDF8-54D5-6043-A52E-76818AC5EAB8}" type="slidenum">
              <a:rPr lang="en-US" smtClean="0"/>
              <a:pPr/>
              <a:t>13</a:t>
            </a:fld>
            <a:endParaRPr lang="en-US" dirty="0"/>
          </a:p>
        </p:txBody>
      </p:sp>
    </p:spTree>
    <p:extLst>
      <p:ext uri="{BB962C8B-B14F-4D97-AF65-F5344CB8AC3E}">
        <p14:creationId xmlns:p14="http://schemas.microsoft.com/office/powerpoint/2010/main" val="22059174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7312F-8647-BF44-80A3-236454226BF0}"/>
              </a:ext>
            </a:extLst>
          </p:cNvPr>
          <p:cNvSpPr>
            <a:spLocks noGrp="1"/>
          </p:cNvSpPr>
          <p:nvPr>
            <p:ph type="title"/>
          </p:nvPr>
        </p:nvSpPr>
        <p:spPr/>
        <p:txBody>
          <a:bodyPr/>
          <a:lstStyle/>
          <a:p>
            <a:r>
              <a:rPr lang="en-US" dirty="0"/>
              <a:t>Policies (3): Late Submissions</a:t>
            </a:r>
          </a:p>
        </p:txBody>
      </p:sp>
      <p:sp>
        <p:nvSpPr>
          <p:cNvPr id="3" name="Content Placeholder 2">
            <a:extLst>
              <a:ext uri="{FF2B5EF4-FFF2-40B4-BE49-F238E27FC236}">
                <a16:creationId xmlns:a16="http://schemas.microsoft.com/office/drawing/2014/main" id="{D2570753-20F0-B74B-8F7D-AFD8B4DA9DB3}"/>
              </a:ext>
            </a:extLst>
          </p:cNvPr>
          <p:cNvSpPr>
            <a:spLocks noGrp="1"/>
          </p:cNvSpPr>
          <p:nvPr>
            <p:ph idx="1"/>
          </p:nvPr>
        </p:nvSpPr>
        <p:spPr/>
        <p:txBody>
          <a:bodyPr>
            <a:normAutofit lnSpcReduction="10000"/>
          </a:bodyPr>
          <a:lstStyle/>
          <a:p>
            <a:r>
              <a:rPr lang="en-US" dirty="0"/>
              <a:t>All assignments will be released </a:t>
            </a:r>
            <a:r>
              <a:rPr lang="en-US" dirty="0">
                <a:solidFill>
                  <a:srgbClr val="C00000"/>
                </a:solidFill>
              </a:rPr>
              <a:t>on midnight 96 hours </a:t>
            </a:r>
            <a:r>
              <a:rPr lang="en-US" dirty="0"/>
              <a:t>before their due.  </a:t>
            </a:r>
          </a:p>
          <a:p>
            <a:pPr lvl="1"/>
            <a:r>
              <a:rPr lang="en-US" dirty="0"/>
              <a:t>The assignments are spread across the semester to balance the effort for this course with other courses you are taking. </a:t>
            </a:r>
          </a:p>
          <a:p>
            <a:pPr lvl="1"/>
            <a:endParaRPr lang="en-US" dirty="0"/>
          </a:p>
          <a:p>
            <a:r>
              <a:rPr lang="en-US" dirty="0">
                <a:solidFill>
                  <a:srgbClr val="C00000"/>
                </a:solidFill>
              </a:rPr>
              <a:t>Late submissions</a:t>
            </a:r>
            <a:r>
              <a:rPr lang="en-US" dirty="0"/>
              <a:t> by at most 24 hours will be accepted and graded out of 50% of the original score worth. </a:t>
            </a:r>
          </a:p>
          <a:p>
            <a:pPr lvl="1"/>
            <a:r>
              <a:rPr lang="en-US" dirty="0"/>
              <a:t>For example, your posted grade will be 0.5xG where G is the grade you would have obtained assuming you have submitted on time. </a:t>
            </a:r>
          </a:p>
          <a:p>
            <a:r>
              <a:rPr lang="en-US" dirty="0"/>
              <a:t>All assignments submitted after 24 hours of the deadline will not be graded and will be worth 0%. </a:t>
            </a:r>
          </a:p>
          <a:p>
            <a:r>
              <a:rPr lang="en-US" dirty="0"/>
              <a:t>All submissions will be handled electronically with firm deadlines (i.e., being late by one second is the equivalent to being late by 24 hours).  Plan your submissions accordingly. </a:t>
            </a:r>
          </a:p>
          <a:p>
            <a:endParaRPr lang="en-US" dirty="0"/>
          </a:p>
        </p:txBody>
      </p:sp>
      <p:sp>
        <p:nvSpPr>
          <p:cNvPr id="5" name="Slide Number Placeholder 4">
            <a:extLst>
              <a:ext uri="{FF2B5EF4-FFF2-40B4-BE49-F238E27FC236}">
                <a16:creationId xmlns:a16="http://schemas.microsoft.com/office/drawing/2014/main" id="{DC867EA6-7003-3141-A057-63C57D15CCC2}"/>
              </a:ext>
            </a:extLst>
          </p:cNvPr>
          <p:cNvSpPr>
            <a:spLocks noGrp="1"/>
          </p:cNvSpPr>
          <p:nvPr>
            <p:ph type="sldNum" sz="quarter" idx="12"/>
          </p:nvPr>
        </p:nvSpPr>
        <p:spPr/>
        <p:txBody>
          <a:bodyPr/>
          <a:lstStyle/>
          <a:p>
            <a:fld id="{D0B5CDF8-54D5-6043-A52E-76818AC5EAB8}" type="slidenum">
              <a:rPr lang="en-US" smtClean="0"/>
              <a:pPr/>
              <a:t>14</a:t>
            </a:fld>
            <a:endParaRPr lang="en-US" dirty="0"/>
          </a:p>
        </p:txBody>
      </p:sp>
    </p:spTree>
    <p:extLst>
      <p:ext uri="{BB962C8B-B14F-4D97-AF65-F5344CB8AC3E}">
        <p14:creationId xmlns:p14="http://schemas.microsoft.com/office/powerpoint/2010/main" val="14129564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7312F-8647-BF44-80A3-236454226BF0}"/>
              </a:ext>
            </a:extLst>
          </p:cNvPr>
          <p:cNvSpPr>
            <a:spLocks noGrp="1"/>
          </p:cNvSpPr>
          <p:nvPr>
            <p:ph type="title"/>
          </p:nvPr>
        </p:nvSpPr>
        <p:spPr/>
        <p:txBody>
          <a:bodyPr/>
          <a:lstStyle/>
          <a:p>
            <a:r>
              <a:rPr lang="en-US" dirty="0"/>
              <a:t>Policies (4): Use Your Own Words</a:t>
            </a:r>
          </a:p>
        </p:txBody>
      </p:sp>
      <p:sp>
        <p:nvSpPr>
          <p:cNvPr id="3" name="Content Placeholder 2">
            <a:extLst>
              <a:ext uri="{FF2B5EF4-FFF2-40B4-BE49-F238E27FC236}">
                <a16:creationId xmlns:a16="http://schemas.microsoft.com/office/drawing/2014/main" id="{D2570753-20F0-B74B-8F7D-AFD8B4DA9DB3}"/>
              </a:ext>
            </a:extLst>
          </p:cNvPr>
          <p:cNvSpPr>
            <a:spLocks noGrp="1"/>
          </p:cNvSpPr>
          <p:nvPr>
            <p:ph idx="1"/>
          </p:nvPr>
        </p:nvSpPr>
        <p:spPr/>
        <p:txBody>
          <a:bodyPr>
            <a:normAutofit/>
          </a:bodyPr>
          <a:lstStyle/>
          <a:p>
            <a:r>
              <a:rPr lang="en-US" dirty="0"/>
              <a:t>Given that all submissions will be handled electronically, we will use an online tool provided by the university to check similarity </a:t>
            </a:r>
          </a:p>
          <a:p>
            <a:pPr lvl="1"/>
            <a:r>
              <a:rPr lang="en-US" dirty="0"/>
              <a:t>between the submitted answer sheet by every student and other sources,</a:t>
            </a:r>
          </a:p>
          <a:p>
            <a:pPr lvl="1"/>
            <a:r>
              <a:rPr lang="en-US" dirty="0"/>
              <a:t>including submissions by other students, online resources, and lecture notes. </a:t>
            </a:r>
          </a:p>
          <a:p>
            <a:r>
              <a:rPr lang="en-US" dirty="0"/>
              <a:t>To avoid a high similarity score: </a:t>
            </a:r>
          </a:p>
          <a:p>
            <a:pPr lvl="1"/>
            <a:r>
              <a:rPr lang="en-US" dirty="0"/>
              <a:t>use your own words and paraphrase,</a:t>
            </a:r>
          </a:p>
          <a:p>
            <a:pPr lvl="1"/>
            <a:r>
              <a:rPr lang="en-US" dirty="0"/>
              <a:t>remove the questions from the answer sheet,</a:t>
            </a:r>
          </a:p>
          <a:p>
            <a:pPr lvl="1"/>
            <a:r>
              <a:rPr lang="en-US" dirty="0"/>
              <a:t>only provide answers in your submission. </a:t>
            </a:r>
          </a:p>
          <a:p>
            <a:r>
              <a:rPr lang="en-US" dirty="0"/>
              <a:t>Any submission with a similarity score ≥ 30% with the aforementioned resources, will not be graded and will be automatically given 0. </a:t>
            </a:r>
          </a:p>
          <a:p>
            <a:r>
              <a:rPr lang="en-US" b="1" dirty="0"/>
              <a:t>Failing the similarity test for </a:t>
            </a:r>
            <a:r>
              <a:rPr lang="en-US" b="1" dirty="0">
                <a:solidFill>
                  <a:srgbClr val="C00000"/>
                </a:solidFill>
              </a:rPr>
              <a:t>three times </a:t>
            </a:r>
            <a:r>
              <a:rPr lang="en-US" b="1" dirty="0"/>
              <a:t>in the whole semester will result in automatically failing in the course. </a:t>
            </a:r>
          </a:p>
          <a:p>
            <a:endParaRPr lang="en-US" dirty="0"/>
          </a:p>
        </p:txBody>
      </p:sp>
      <p:sp>
        <p:nvSpPr>
          <p:cNvPr id="5" name="Slide Number Placeholder 4">
            <a:extLst>
              <a:ext uri="{FF2B5EF4-FFF2-40B4-BE49-F238E27FC236}">
                <a16:creationId xmlns:a16="http://schemas.microsoft.com/office/drawing/2014/main" id="{DC867EA6-7003-3141-A057-63C57D15CCC2}"/>
              </a:ext>
            </a:extLst>
          </p:cNvPr>
          <p:cNvSpPr>
            <a:spLocks noGrp="1"/>
          </p:cNvSpPr>
          <p:nvPr>
            <p:ph type="sldNum" sz="quarter" idx="12"/>
          </p:nvPr>
        </p:nvSpPr>
        <p:spPr/>
        <p:txBody>
          <a:bodyPr/>
          <a:lstStyle/>
          <a:p>
            <a:fld id="{D0B5CDF8-54D5-6043-A52E-76818AC5EAB8}" type="slidenum">
              <a:rPr lang="en-US" smtClean="0"/>
              <a:pPr/>
              <a:t>15</a:t>
            </a:fld>
            <a:endParaRPr lang="en-US" dirty="0"/>
          </a:p>
        </p:txBody>
      </p:sp>
    </p:spTree>
    <p:extLst>
      <p:ext uri="{BB962C8B-B14F-4D97-AF65-F5344CB8AC3E}">
        <p14:creationId xmlns:p14="http://schemas.microsoft.com/office/powerpoint/2010/main" val="15667731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7312F-8647-BF44-80A3-236454226BF0}"/>
              </a:ext>
            </a:extLst>
          </p:cNvPr>
          <p:cNvSpPr>
            <a:spLocks noGrp="1"/>
          </p:cNvSpPr>
          <p:nvPr>
            <p:ph type="title"/>
          </p:nvPr>
        </p:nvSpPr>
        <p:spPr/>
        <p:txBody>
          <a:bodyPr/>
          <a:lstStyle/>
          <a:p>
            <a:r>
              <a:rPr lang="en-US" dirty="0"/>
              <a:t>Policies (5): Letter Grades</a:t>
            </a:r>
          </a:p>
        </p:txBody>
      </p:sp>
      <p:sp>
        <p:nvSpPr>
          <p:cNvPr id="3" name="Content Placeholder 2">
            <a:extLst>
              <a:ext uri="{FF2B5EF4-FFF2-40B4-BE49-F238E27FC236}">
                <a16:creationId xmlns:a16="http://schemas.microsoft.com/office/drawing/2014/main" id="{D2570753-20F0-B74B-8F7D-AFD8B4DA9DB3}"/>
              </a:ext>
            </a:extLst>
          </p:cNvPr>
          <p:cNvSpPr>
            <a:spLocks noGrp="1"/>
          </p:cNvSpPr>
          <p:nvPr>
            <p:ph idx="1"/>
          </p:nvPr>
        </p:nvSpPr>
        <p:spPr/>
        <p:txBody>
          <a:bodyPr/>
          <a:lstStyle/>
          <a:p>
            <a:r>
              <a:rPr lang="en-US" dirty="0"/>
              <a:t>We do not grade on a curve, and your grade will be independent of how others performed in this course.</a:t>
            </a:r>
          </a:p>
          <a:p>
            <a:r>
              <a:rPr lang="en-US" dirty="0"/>
              <a:t>Adjustments might be made” </a:t>
            </a:r>
          </a:p>
          <a:p>
            <a:pPr lvl="1"/>
            <a:r>
              <a:rPr lang="en-US" dirty="0"/>
              <a:t>dropping the lowest homework, </a:t>
            </a:r>
          </a:p>
          <a:p>
            <a:pPr lvl="1"/>
            <a:r>
              <a:rPr lang="en-US" dirty="0"/>
              <a:t>dropping questions all or most students did not get right in an exam, </a:t>
            </a:r>
          </a:p>
          <a:p>
            <a:pPr lvl="1"/>
            <a:r>
              <a:rPr lang="en-US" dirty="0"/>
              <a:t>minor adjustment to the distribution of grades below, </a:t>
            </a:r>
          </a:p>
          <a:p>
            <a:pPr lvl="1"/>
            <a:r>
              <a:rPr lang="en-US" dirty="0"/>
              <a:t>but that will be rarely done. </a:t>
            </a:r>
          </a:p>
          <a:p>
            <a:r>
              <a:rPr lang="en-US" dirty="0"/>
              <a:t>The following is the distribution of letter grades (up to the next grade): A ≥ 94, A- ≥90,  B+ ≥ 87, B ≥ 84, B- ≥80, etc. </a:t>
            </a:r>
          </a:p>
          <a:p>
            <a:r>
              <a:rPr lang="en-US" dirty="0"/>
              <a:t>Historical median and average scores for are 3.5-3.75. </a:t>
            </a:r>
          </a:p>
          <a:p>
            <a:pPr lvl="1"/>
            <a:r>
              <a:rPr lang="en-US" dirty="0"/>
              <a:t>This is a somewhat easy course with some effort. </a:t>
            </a:r>
          </a:p>
          <a:p>
            <a:endParaRPr lang="en-US" dirty="0"/>
          </a:p>
        </p:txBody>
      </p:sp>
      <p:sp>
        <p:nvSpPr>
          <p:cNvPr id="5" name="Slide Number Placeholder 4">
            <a:extLst>
              <a:ext uri="{FF2B5EF4-FFF2-40B4-BE49-F238E27FC236}">
                <a16:creationId xmlns:a16="http://schemas.microsoft.com/office/drawing/2014/main" id="{DC867EA6-7003-3141-A057-63C57D15CCC2}"/>
              </a:ext>
            </a:extLst>
          </p:cNvPr>
          <p:cNvSpPr>
            <a:spLocks noGrp="1"/>
          </p:cNvSpPr>
          <p:nvPr>
            <p:ph type="sldNum" sz="quarter" idx="12"/>
          </p:nvPr>
        </p:nvSpPr>
        <p:spPr/>
        <p:txBody>
          <a:bodyPr/>
          <a:lstStyle/>
          <a:p>
            <a:fld id="{D0B5CDF8-54D5-6043-A52E-76818AC5EAB8}" type="slidenum">
              <a:rPr lang="en-US" smtClean="0"/>
              <a:pPr/>
              <a:t>16</a:t>
            </a:fld>
            <a:endParaRPr lang="en-US" dirty="0"/>
          </a:p>
        </p:txBody>
      </p:sp>
    </p:spTree>
    <p:extLst>
      <p:ext uri="{BB962C8B-B14F-4D97-AF65-F5344CB8AC3E}">
        <p14:creationId xmlns:p14="http://schemas.microsoft.com/office/powerpoint/2010/main" val="34496359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C40A0-97C0-D0CC-D7F1-985049402F28}"/>
              </a:ext>
            </a:extLst>
          </p:cNvPr>
          <p:cNvSpPr>
            <a:spLocks noGrp="1"/>
          </p:cNvSpPr>
          <p:nvPr>
            <p:ph type="title"/>
          </p:nvPr>
        </p:nvSpPr>
        <p:spPr/>
        <p:txBody>
          <a:bodyPr/>
          <a:lstStyle/>
          <a:p>
            <a:r>
              <a:rPr lang="en-US" dirty="0"/>
              <a:t>Policies (6): Citations and Drawings</a:t>
            </a:r>
          </a:p>
        </p:txBody>
      </p:sp>
      <p:sp>
        <p:nvSpPr>
          <p:cNvPr id="3" name="Content Placeholder 2">
            <a:extLst>
              <a:ext uri="{FF2B5EF4-FFF2-40B4-BE49-F238E27FC236}">
                <a16:creationId xmlns:a16="http://schemas.microsoft.com/office/drawing/2014/main" id="{BAF92153-133F-6A4C-0D13-DE72987DD3EF}"/>
              </a:ext>
            </a:extLst>
          </p:cNvPr>
          <p:cNvSpPr>
            <a:spLocks noGrp="1"/>
          </p:cNvSpPr>
          <p:nvPr>
            <p:ph idx="1"/>
          </p:nvPr>
        </p:nvSpPr>
        <p:spPr/>
        <p:txBody>
          <a:bodyPr>
            <a:normAutofit lnSpcReduction="10000"/>
          </a:bodyPr>
          <a:lstStyle/>
          <a:p>
            <a:r>
              <a:rPr lang="en-US" dirty="0"/>
              <a:t>Unless the answer is your own creative work, please cite all sources you use when answering questions</a:t>
            </a:r>
          </a:p>
          <a:p>
            <a:pPr lvl="1"/>
            <a:r>
              <a:rPr lang="en-US" dirty="0"/>
              <a:t>footnote citations are acceptable.</a:t>
            </a:r>
          </a:p>
          <a:p>
            <a:pPr lvl="1"/>
            <a:r>
              <a:rPr lang="en-US" dirty="0"/>
              <a:t>End of document list of sources is preferred (more efficient)</a:t>
            </a:r>
          </a:p>
          <a:p>
            <a:endParaRPr lang="en-US" dirty="0"/>
          </a:p>
          <a:p>
            <a:r>
              <a:rPr lang="en-US" dirty="0"/>
              <a:t>Paraphrase to demonstrate effort and understanding. </a:t>
            </a:r>
          </a:p>
          <a:p>
            <a:endParaRPr lang="en-US" dirty="0"/>
          </a:p>
          <a:p>
            <a:r>
              <a:rPr lang="en-US" dirty="0"/>
              <a:t>Draw your own figures/visuals in answers</a:t>
            </a:r>
          </a:p>
          <a:p>
            <a:pPr lvl="1"/>
            <a:r>
              <a:rPr lang="en-US" dirty="0"/>
              <a:t>Do not spend a lot of time on that. </a:t>
            </a:r>
          </a:p>
          <a:p>
            <a:pPr lvl="1"/>
            <a:r>
              <a:rPr lang="en-US" dirty="0"/>
              <a:t>Simple trick (1): use hand-drawing tools (on a tablet, if you have one) and include that as an image in the answer(s).</a:t>
            </a:r>
          </a:p>
          <a:p>
            <a:pPr lvl="1"/>
            <a:r>
              <a:rPr lang="en-US" dirty="0"/>
              <a:t>Simple trick (2): draw on a piece of paper, take a photo by your phone and include that photo as an illustration in your answer(s). </a:t>
            </a:r>
          </a:p>
          <a:p>
            <a:endParaRPr lang="en-US" dirty="0"/>
          </a:p>
        </p:txBody>
      </p:sp>
      <p:sp>
        <p:nvSpPr>
          <p:cNvPr id="5" name="Slide Number Placeholder 4">
            <a:extLst>
              <a:ext uri="{FF2B5EF4-FFF2-40B4-BE49-F238E27FC236}">
                <a16:creationId xmlns:a16="http://schemas.microsoft.com/office/drawing/2014/main" id="{C0B5D7A0-567E-0AD7-19E3-417B9A60B322}"/>
              </a:ext>
            </a:extLst>
          </p:cNvPr>
          <p:cNvSpPr>
            <a:spLocks noGrp="1"/>
          </p:cNvSpPr>
          <p:nvPr>
            <p:ph type="sldNum" sz="quarter" idx="12"/>
          </p:nvPr>
        </p:nvSpPr>
        <p:spPr/>
        <p:txBody>
          <a:bodyPr/>
          <a:lstStyle/>
          <a:p>
            <a:fld id="{D0B5CDF8-54D5-6043-A52E-76818AC5EAB8}" type="slidenum">
              <a:rPr lang="en-US" smtClean="0"/>
              <a:pPr/>
              <a:t>17</a:t>
            </a:fld>
            <a:endParaRPr lang="en-US" dirty="0"/>
          </a:p>
        </p:txBody>
      </p:sp>
      <p:pic>
        <p:nvPicPr>
          <p:cNvPr id="6" name="Picture 2" descr="Vector Realistic Pencil On Paper With Sketch Creative Education, Science  Hand Drawn Doodles Symbols. Concept Of Idea, Eureca, Study, Research And  Development. White Background Illustration Royalty Free SVG, Cliparts,  Vectors, and Stock">
            <a:extLst>
              <a:ext uri="{FF2B5EF4-FFF2-40B4-BE49-F238E27FC236}">
                <a16:creationId xmlns:a16="http://schemas.microsoft.com/office/drawing/2014/main" id="{B482E264-E439-34A8-9F44-553D56EC1F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36413" y="1737670"/>
            <a:ext cx="3033022" cy="2743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5188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39F8B-233B-73D5-AB46-A00F02391797}"/>
              </a:ext>
            </a:extLst>
          </p:cNvPr>
          <p:cNvSpPr>
            <a:spLocks noGrp="1"/>
          </p:cNvSpPr>
          <p:nvPr>
            <p:ph type="title"/>
          </p:nvPr>
        </p:nvSpPr>
        <p:spPr/>
        <p:txBody>
          <a:bodyPr/>
          <a:lstStyle/>
          <a:p>
            <a:r>
              <a:rPr lang="en-US" dirty="0"/>
              <a:t>Policies (7): AI Tools</a:t>
            </a:r>
          </a:p>
        </p:txBody>
      </p:sp>
      <p:sp>
        <p:nvSpPr>
          <p:cNvPr id="3" name="Content Placeholder 2">
            <a:extLst>
              <a:ext uri="{FF2B5EF4-FFF2-40B4-BE49-F238E27FC236}">
                <a16:creationId xmlns:a16="http://schemas.microsoft.com/office/drawing/2014/main" id="{5362D3D1-F5B0-1813-BD28-5214C278FE50}"/>
              </a:ext>
            </a:extLst>
          </p:cNvPr>
          <p:cNvSpPr>
            <a:spLocks noGrp="1"/>
          </p:cNvSpPr>
          <p:nvPr>
            <p:ph idx="1"/>
          </p:nvPr>
        </p:nvSpPr>
        <p:spPr/>
        <p:txBody>
          <a:bodyPr>
            <a:normAutofit lnSpcReduction="10000"/>
          </a:bodyPr>
          <a:lstStyle/>
          <a:p>
            <a:r>
              <a:rPr lang="en-US" dirty="0"/>
              <a:t>The use of generative AI tools, such as ChatGPT, for completing assignments, projects, or any other coursework is </a:t>
            </a:r>
            <a:r>
              <a:rPr lang="en-US" dirty="0">
                <a:solidFill>
                  <a:srgbClr val="C00000"/>
                </a:solidFill>
              </a:rPr>
              <a:t>prohibited</a:t>
            </a:r>
            <a:r>
              <a:rPr lang="en-US" dirty="0"/>
              <a:t>.</a:t>
            </a:r>
          </a:p>
          <a:p>
            <a:endParaRPr lang="en-US" dirty="0"/>
          </a:p>
          <a:p>
            <a:r>
              <a:rPr lang="en-US" dirty="0"/>
              <a:t> These tools </a:t>
            </a:r>
            <a:r>
              <a:rPr lang="en-US" dirty="0">
                <a:solidFill>
                  <a:srgbClr val="C00000"/>
                </a:solidFill>
              </a:rPr>
              <a:t>should not be used </a:t>
            </a:r>
            <a:r>
              <a:rPr lang="en-US" dirty="0"/>
              <a:t>to generate content, answers, or solutions to be submitted for grading. </a:t>
            </a:r>
          </a:p>
          <a:p>
            <a:endParaRPr lang="en-US" dirty="0"/>
          </a:p>
          <a:p>
            <a:r>
              <a:rPr lang="en-US" dirty="0"/>
              <a:t>Any student found using AI-generated content without explicit permission and proper attribution will face severe academic consequences, including the possibility of </a:t>
            </a:r>
            <a:r>
              <a:rPr lang="en-US" dirty="0">
                <a:solidFill>
                  <a:srgbClr val="C00000"/>
                </a:solidFill>
              </a:rPr>
              <a:t>failing the course</a:t>
            </a:r>
            <a:r>
              <a:rPr lang="en-US" dirty="0"/>
              <a:t>.</a:t>
            </a:r>
          </a:p>
          <a:p>
            <a:endParaRPr lang="en-US" dirty="0"/>
          </a:p>
          <a:p>
            <a:r>
              <a:rPr lang="en-US" dirty="0"/>
              <a:t> This policy is in place to ensure that all students </a:t>
            </a:r>
            <a:r>
              <a:rPr lang="en-US" dirty="0">
                <a:solidFill>
                  <a:srgbClr val="C00000"/>
                </a:solidFill>
              </a:rPr>
              <a:t>develop the necessary skills </a:t>
            </a:r>
            <a:r>
              <a:rPr lang="en-US" dirty="0"/>
              <a:t>and knowledge through their own efforts, maintaining the </a:t>
            </a:r>
            <a:r>
              <a:rPr lang="en-US" dirty="0">
                <a:solidFill>
                  <a:srgbClr val="C00000"/>
                </a:solidFill>
              </a:rPr>
              <a:t>integrity</a:t>
            </a:r>
            <a:r>
              <a:rPr lang="en-US" dirty="0"/>
              <a:t> of the educational process.</a:t>
            </a:r>
          </a:p>
          <a:p>
            <a:endParaRPr lang="en-US" dirty="0"/>
          </a:p>
        </p:txBody>
      </p:sp>
      <p:sp>
        <p:nvSpPr>
          <p:cNvPr id="5" name="Slide Number Placeholder 4">
            <a:extLst>
              <a:ext uri="{FF2B5EF4-FFF2-40B4-BE49-F238E27FC236}">
                <a16:creationId xmlns:a16="http://schemas.microsoft.com/office/drawing/2014/main" id="{F450E60C-97E0-8F34-026E-1DE6C58F9231}"/>
              </a:ext>
            </a:extLst>
          </p:cNvPr>
          <p:cNvSpPr>
            <a:spLocks noGrp="1"/>
          </p:cNvSpPr>
          <p:nvPr>
            <p:ph type="sldNum" sz="quarter" idx="12"/>
          </p:nvPr>
        </p:nvSpPr>
        <p:spPr/>
        <p:txBody>
          <a:bodyPr/>
          <a:lstStyle/>
          <a:p>
            <a:fld id="{D0B5CDF8-54D5-6043-A52E-76818AC5EAB8}" type="slidenum">
              <a:rPr lang="en-US" smtClean="0"/>
              <a:pPr/>
              <a:t>18</a:t>
            </a:fld>
            <a:endParaRPr lang="en-US" dirty="0"/>
          </a:p>
        </p:txBody>
      </p:sp>
      <p:pic>
        <p:nvPicPr>
          <p:cNvPr id="6" name="Picture 2" descr="Do not use ChatGPT tools. Artificial Intelegent is not allowed. Anti Ai sign.  No AI-Generated Content. Protest against AI. Vector illustration.  University, school rule 24261441 Vector Art at Vecteezy">
            <a:extLst>
              <a:ext uri="{FF2B5EF4-FFF2-40B4-BE49-F238E27FC236}">
                <a16:creationId xmlns:a16="http://schemas.microsoft.com/office/drawing/2014/main" id="{6560E824-4F3A-518F-353B-8292CDE69A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91071" y="1268503"/>
            <a:ext cx="5029200" cy="50292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8541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8A1A7-5A95-F7E6-0136-FBD5CEFDFD57}"/>
              </a:ext>
            </a:extLst>
          </p:cNvPr>
          <p:cNvSpPr>
            <a:spLocks noGrp="1"/>
          </p:cNvSpPr>
          <p:nvPr>
            <p:ph type="title"/>
          </p:nvPr>
        </p:nvSpPr>
        <p:spPr/>
        <p:txBody>
          <a:bodyPr/>
          <a:lstStyle/>
          <a:p>
            <a:r>
              <a:rPr lang="en-US" dirty="0"/>
              <a:t>Policies (8): Request for Accommodations </a:t>
            </a:r>
          </a:p>
        </p:txBody>
      </p:sp>
      <p:sp>
        <p:nvSpPr>
          <p:cNvPr id="3" name="Content Placeholder 2">
            <a:extLst>
              <a:ext uri="{FF2B5EF4-FFF2-40B4-BE49-F238E27FC236}">
                <a16:creationId xmlns:a16="http://schemas.microsoft.com/office/drawing/2014/main" id="{E868E1E1-DB27-C59F-01B8-30074B9CA47B}"/>
              </a:ext>
            </a:extLst>
          </p:cNvPr>
          <p:cNvSpPr>
            <a:spLocks noGrp="1"/>
          </p:cNvSpPr>
          <p:nvPr>
            <p:ph idx="1"/>
          </p:nvPr>
        </p:nvSpPr>
        <p:spPr/>
        <p:txBody>
          <a:bodyPr/>
          <a:lstStyle/>
          <a:p>
            <a:r>
              <a:rPr lang="en-US" dirty="0"/>
              <a:t>All requests for special accommodations, except those related to attendance, have to go through the Student Disability Services</a:t>
            </a:r>
          </a:p>
          <a:p>
            <a:r>
              <a:rPr lang="en-US" dirty="0"/>
              <a:t>First discuss the special accommodations request with me.</a:t>
            </a:r>
          </a:p>
          <a:p>
            <a:r>
              <a:rPr lang="en-US" dirty="0"/>
              <a:t>Then, register with the Student Disability Services</a:t>
            </a:r>
          </a:p>
          <a:p>
            <a:pPr lvl="1"/>
            <a:r>
              <a:rPr lang="en-US" dirty="0"/>
              <a:t>The SDS will then send me the formal request. </a:t>
            </a:r>
          </a:p>
          <a:p>
            <a:pPr lvl="1"/>
            <a:r>
              <a:rPr lang="en-US" dirty="0"/>
              <a:t>We will provide all accommodations within reason. </a:t>
            </a:r>
          </a:p>
        </p:txBody>
      </p:sp>
      <p:sp>
        <p:nvSpPr>
          <p:cNvPr id="5" name="Slide Number Placeholder 4">
            <a:extLst>
              <a:ext uri="{FF2B5EF4-FFF2-40B4-BE49-F238E27FC236}">
                <a16:creationId xmlns:a16="http://schemas.microsoft.com/office/drawing/2014/main" id="{A11F5F8E-7DC1-DFC5-DB7C-7F6D8D75A36B}"/>
              </a:ext>
            </a:extLst>
          </p:cNvPr>
          <p:cNvSpPr>
            <a:spLocks noGrp="1"/>
          </p:cNvSpPr>
          <p:nvPr>
            <p:ph type="sldNum" sz="quarter" idx="12"/>
          </p:nvPr>
        </p:nvSpPr>
        <p:spPr/>
        <p:txBody>
          <a:bodyPr/>
          <a:lstStyle/>
          <a:p>
            <a:fld id="{D0B5CDF8-54D5-6043-A52E-76818AC5EAB8}" type="slidenum">
              <a:rPr lang="en-US" smtClean="0"/>
              <a:pPr/>
              <a:t>19</a:t>
            </a:fld>
            <a:endParaRPr lang="en-US" dirty="0"/>
          </a:p>
        </p:txBody>
      </p:sp>
    </p:spTree>
    <p:extLst>
      <p:ext uri="{BB962C8B-B14F-4D97-AF65-F5344CB8AC3E}">
        <p14:creationId xmlns:p14="http://schemas.microsoft.com/office/powerpoint/2010/main" val="17248015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F8DD2-EED6-C53F-AD76-5797FC7A999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30BBADD-162D-EE49-343C-777ED9B9161C}"/>
              </a:ext>
            </a:extLst>
          </p:cNvPr>
          <p:cNvSpPr>
            <a:spLocks noGrp="1"/>
          </p:cNvSpPr>
          <p:nvPr>
            <p:ph type="ctrTitle"/>
          </p:nvPr>
        </p:nvSpPr>
        <p:spPr/>
        <p:txBody>
          <a:bodyPr/>
          <a:lstStyle/>
          <a:p>
            <a:r>
              <a:rPr lang="en-US"/>
              <a:t>Assessment</a:t>
            </a:r>
            <a:endParaRPr lang="en-US" dirty="0"/>
          </a:p>
        </p:txBody>
      </p:sp>
      <p:sp>
        <p:nvSpPr>
          <p:cNvPr id="7" name="Subtitle 6">
            <a:extLst>
              <a:ext uri="{FF2B5EF4-FFF2-40B4-BE49-F238E27FC236}">
                <a16:creationId xmlns:a16="http://schemas.microsoft.com/office/drawing/2014/main" id="{3DB3A9FD-392E-ECCC-F529-0A71F63AD079}"/>
              </a:ext>
            </a:extLst>
          </p:cNvPr>
          <p:cNvSpPr>
            <a:spLocks noGrp="1"/>
          </p:cNvSpPr>
          <p:nvPr>
            <p:ph type="subTitle" idx="1"/>
          </p:nvPr>
        </p:nvSpPr>
        <p:spPr/>
        <p:txBody>
          <a:bodyPr/>
          <a:lstStyle/>
          <a:p>
            <a:endParaRPr lang="en-US"/>
          </a:p>
        </p:txBody>
      </p:sp>
      <p:sp>
        <p:nvSpPr>
          <p:cNvPr id="5" name="Slide Number Placeholder 4">
            <a:extLst>
              <a:ext uri="{FF2B5EF4-FFF2-40B4-BE49-F238E27FC236}">
                <a16:creationId xmlns:a16="http://schemas.microsoft.com/office/drawing/2014/main" id="{69D7864A-9D7F-0E17-0055-65635642BF6F}"/>
              </a:ext>
            </a:extLst>
          </p:cNvPr>
          <p:cNvSpPr>
            <a:spLocks noGrp="1"/>
          </p:cNvSpPr>
          <p:nvPr>
            <p:ph type="sldNum" sz="quarter" idx="4294967295"/>
          </p:nvPr>
        </p:nvSpPr>
        <p:spPr>
          <a:xfrm>
            <a:off x="9347200" y="6534150"/>
            <a:ext cx="2844800" cy="365125"/>
          </a:xfrm>
          <a:prstGeom prst="rect">
            <a:avLst/>
          </a:prstGeom>
        </p:spPr>
        <p:txBody>
          <a:bodyPr vert="horz" lIns="91440" tIns="45720" rIns="91440" bIns="45720" rtlCol="0" anchor="ctr"/>
          <a:lstStyle>
            <a:defPPr>
              <a:defRPr lang="en-US"/>
            </a:defPPr>
            <a:lvl1pPr marL="0" algn="r" defTabSz="914400" rtl="0" eaLnBrk="1" latinLnBrk="0" hangingPunct="1">
              <a:defRPr sz="1000" kern="1200">
                <a:solidFill>
                  <a:schemeClr val="tx1"/>
                </a:solidFill>
                <a:latin typeface="Palatino" pitchFamily="2" charset="77"/>
                <a:ea typeface="Palatino" pitchFamily="2" charset="77"/>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F263007-9181-A64B-BE9E-86B509FB3A94}" type="slidenum">
              <a:rPr lang="en-US" smtClean="0"/>
              <a:pPr/>
              <a:t>20</a:t>
            </a:fld>
            <a:endParaRPr lang="en-US" dirty="0"/>
          </a:p>
        </p:txBody>
      </p:sp>
    </p:spTree>
    <p:extLst>
      <p:ext uri="{BB962C8B-B14F-4D97-AF65-F5344CB8AC3E}">
        <p14:creationId xmlns:p14="http://schemas.microsoft.com/office/powerpoint/2010/main" val="13669039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7312F-8647-BF44-80A3-236454226BF0}"/>
              </a:ext>
            </a:extLst>
          </p:cNvPr>
          <p:cNvSpPr>
            <a:spLocks noGrp="1"/>
          </p:cNvSpPr>
          <p:nvPr>
            <p:ph type="title"/>
          </p:nvPr>
        </p:nvSpPr>
        <p:spPr/>
        <p:txBody>
          <a:bodyPr/>
          <a:lstStyle/>
          <a:p>
            <a:r>
              <a:rPr lang="en-US" dirty="0"/>
              <a:t>Grading Policy: Graded Components</a:t>
            </a:r>
          </a:p>
        </p:txBody>
      </p:sp>
      <p:sp>
        <p:nvSpPr>
          <p:cNvPr id="3" name="Content Placeholder 2">
            <a:extLst>
              <a:ext uri="{FF2B5EF4-FFF2-40B4-BE49-F238E27FC236}">
                <a16:creationId xmlns:a16="http://schemas.microsoft.com/office/drawing/2014/main" id="{D2570753-20F0-B74B-8F7D-AFD8B4DA9DB3}"/>
              </a:ext>
            </a:extLst>
          </p:cNvPr>
          <p:cNvSpPr>
            <a:spLocks noGrp="1"/>
          </p:cNvSpPr>
          <p:nvPr>
            <p:ph idx="1"/>
          </p:nvPr>
        </p:nvSpPr>
        <p:spPr/>
        <p:txBody>
          <a:bodyPr/>
          <a:lstStyle/>
          <a:p>
            <a:r>
              <a:rPr lang="en-US" dirty="0"/>
              <a:t>Assignments 		24%</a:t>
            </a:r>
          </a:p>
          <a:p>
            <a:r>
              <a:rPr lang="en-US" dirty="0"/>
              <a:t>Midterms			40%</a:t>
            </a:r>
          </a:p>
          <a:p>
            <a:r>
              <a:rPr lang="en-US" dirty="0"/>
              <a:t>Project			28%</a:t>
            </a:r>
          </a:p>
          <a:p>
            <a:r>
              <a:rPr lang="en-US" dirty="0"/>
              <a:t>Attendance		8%</a:t>
            </a:r>
          </a:p>
        </p:txBody>
      </p:sp>
      <p:sp>
        <p:nvSpPr>
          <p:cNvPr id="5" name="Slide Number Placeholder 4">
            <a:extLst>
              <a:ext uri="{FF2B5EF4-FFF2-40B4-BE49-F238E27FC236}">
                <a16:creationId xmlns:a16="http://schemas.microsoft.com/office/drawing/2014/main" id="{DC867EA6-7003-3141-A057-63C57D15CCC2}"/>
              </a:ext>
            </a:extLst>
          </p:cNvPr>
          <p:cNvSpPr>
            <a:spLocks noGrp="1"/>
          </p:cNvSpPr>
          <p:nvPr>
            <p:ph type="sldNum" sz="quarter" idx="12"/>
          </p:nvPr>
        </p:nvSpPr>
        <p:spPr/>
        <p:txBody>
          <a:bodyPr/>
          <a:lstStyle/>
          <a:p>
            <a:fld id="{D0B5CDF8-54D5-6043-A52E-76818AC5EAB8}" type="slidenum">
              <a:rPr lang="en-US" smtClean="0"/>
              <a:pPr/>
              <a:t>21</a:t>
            </a:fld>
            <a:endParaRPr lang="en-US" dirty="0"/>
          </a:p>
        </p:txBody>
      </p:sp>
    </p:spTree>
    <p:extLst>
      <p:ext uri="{BB962C8B-B14F-4D97-AF65-F5344CB8AC3E}">
        <p14:creationId xmlns:p14="http://schemas.microsoft.com/office/powerpoint/2010/main" val="20812573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7312F-8647-BF44-80A3-236454226BF0}"/>
              </a:ext>
            </a:extLst>
          </p:cNvPr>
          <p:cNvSpPr>
            <a:spLocks noGrp="1"/>
          </p:cNvSpPr>
          <p:nvPr>
            <p:ph type="title"/>
          </p:nvPr>
        </p:nvSpPr>
        <p:spPr/>
        <p:txBody>
          <a:bodyPr/>
          <a:lstStyle/>
          <a:p>
            <a:r>
              <a:rPr lang="en-US" dirty="0"/>
              <a:t>Grading Policy: Graded Components, cont.</a:t>
            </a:r>
          </a:p>
        </p:txBody>
      </p:sp>
      <p:sp>
        <p:nvSpPr>
          <p:cNvPr id="3" name="Content Placeholder 2">
            <a:extLst>
              <a:ext uri="{FF2B5EF4-FFF2-40B4-BE49-F238E27FC236}">
                <a16:creationId xmlns:a16="http://schemas.microsoft.com/office/drawing/2014/main" id="{D2570753-20F0-B74B-8F7D-AFD8B4DA9DB3}"/>
              </a:ext>
            </a:extLst>
          </p:cNvPr>
          <p:cNvSpPr>
            <a:spLocks noGrp="1"/>
          </p:cNvSpPr>
          <p:nvPr>
            <p:ph idx="1"/>
          </p:nvPr>
        </p:nvSpPr>
        <p:spPr/>
        <p:txBody>
          <a:bodyPr>
            <a:normAutofit/>
          </a:bodyPr>
          <a:lstStyle/>
          <a:p>
            <a:pPr lvl="0"/>
            <a:r>
              <a:rPr lang="en-US" dirty="0"/>
              <a:t>24% (6 assignments, each worth 4% of the total grade; dues below)</a:t>
            </a:r>
            <a:endParaRPr lang="en-US" sz="4000" dirty="0"/>
          </a:p>
          <a:p>
            <a:pPr lvl="5"/>
            <a:r>
              <a:rPr lang="en-US" dirty="0">
                <a:latin typeface="Palatino" pitchFamily="2" charset="77"/>
                <a:ea typeface="Palatino" pitchFamily="2" charset="77"/>
              </a:rPr>
              <a:t>Homework #1		Jan 26, 2026</a:t>
            </a:r>
            <a:endParaRPr lang="en-US" sz="2800" dirty="0">
              <a:latin typeface="Palatino" pitchFamily="2" charset="77"/>
              <a:ea typeface="Palatino" pitchFamily="2" charset="77"/>
            </a:endParaRPr>
          </a:p>
          <a:p>
            <a:pPr lvl="5"/>
            <a:r>
              <a:rPr lang="en-US" dirty="0">
                <a:latin typeface="Palatino" pitchFamily="2" charset="77"/>
                <a:ea typeface="Palatino" pitchFamily="2" charset="77"/>
              </a:rPr>
              <a:t>Homework #2		Feb 09, 2026</a:t>
            </a:r>
            <a:endParaRPr lang="en-US" sz="2800" dirty="0">
              <a:latin typeface="Palatino" pitchFamily="2" charset="77"/>
              <a:ea typeface="Palatino" pitchFamily="2" charset="77"/>
            </a:endParaRPr>
          </a:p>
          <a:p>
            <a:pPr lvl="5"/>
            <a:r>
              <a:rPr lang="en-US" dirty="0">
                <a:latin typeface="Palatino" pitchFamily="2" charset="77"/>
                <a:ea typeface="Palatino" pitchFamily="2" charset="77"/>
              </a:rPr>
              <a:t>Homework #3		Feb 23, 2026</a:t>
            </a:r>
            <a:endParaRPr lang="en-US" sz="2800" dirty="0">
              <a:latin typeface="Palatino" pitchFamily="2" charset="77"/>
              <a:ea typeface="Palatino" pitchFamily="2" charset="77"/>
            </a:endParaRPr>
          </a:p>
          <a:p>
            <a:pPr lvl="5"/>
            <a:r>
              <a:rPr lang="en-US" dirty="0">
                <a:latin typeface="Palatino" pitchFamily="2" charset="77"/>
                <a:ea typeface="Palatino" pitchFamily="2" charset="77"/>
              </a:rPr>
              <a:t>Homework #4		Mar 09, 2026</a:t>
            </a:r>
            <a:endParaRPr lang="en-US" sz="2800" dirty="0">
              <a:latin typeface="Palatino" pitchFamily="2" charset="77"/>
              <a:ea typeface="Palatino" pitchFamily="2" charset="77"/>
            </a:endParaRPr>
          </a:p>
          <a:p>
            <a:pPr lvl="5"/>
            <a:r>
              <a:rPr lang="en-US" dirty="0">
                <a:latin typeface="Palatino" pitchFamily="2" charset="77"/>
                <a:ea typeface="Palatino" pitchFamily="2" charset="77"/>
              </a:rPr>
              <a:t>Homework #5		Apr 06, 2026</a:t>
            </a:r>
            <a:endParaRPr lang="en-US" sz="2800" dirty="0">
              <a:latin typeface="Palatino" pitchFamily="2" charset="77"/>
              <a:ea typeface="Palatino" pitchFamily="2" charset="77"/>
            </a:endParaRPr>
          </a:p>
          <a:p>
            <a:pPr lvl="5"/>
            <a:r>
              <a:rPr lang="en-US" dirty="0">
                <a:latin typeface="Palatino" pitchFamily="2" charset="77"/>
                <a:ea typeface="Palatino" pitchFamily="2" charset="77"/>
              </a:rPr>
              <a:t>Homework #6		Apr 20, 2026</a:t>
            </a:r>
            <a:endParaRPr lang="en-US" sz="2800" dirty="0">
              <a:latin typeface="Palatino" pitchFamily="2" charset="77"/>
              <a:ea typeface="Palatino" pitchFamily="2" charset="77"/>
            </a:endParaRPr>
          </a:p>
          <a:p>
            <a:r>
              <a:rPr lang="en-US" dirty="0"/>
              <a:t>All assignments will be questions covering concepts taught in the classroom, </a:t>
            </a:r>
          </a:p>
          <a:p>
            <a:pPr lvl="1"/>
            <a:r>
              <a:rPr lang="en-US" dirty="0"/>
              <a:t>All assignments are to be typed. </a:t>
            </a:r>
          </a:p>
          <a:p>
            <a:pPr lvl="1"/>
            <a:r>
              <a:rPr lang="en-US" dirty="0"/>
              <a:t>Only PDF format is allowed. </a:t>
            </a:r>
          </a:p>
          <a:p>
            <a:endParaRPr lang="en-US" dirty="0"/>
          </a:p>
        </p:txBody>
      </p:sp>
      <p:sp>
        <p:nvSpPr>
          <p:cNvPr id="5" name="Slide Number Placeholder 4">
            <a:extLst>
              <a:ext uri="{FF2B5EF4-FFF2-40B4-BE49-F238E27FC236}">
                <a16:creationId xmlns:a16="http://schemas.microsoft.com/office/drawing/2014/main" id="{DC867EA6-7003-3141-A057-63C57D15CCC2}"/>
              </a:ext>
            </a:extLst>
          </p:cNvPr>
          <p:cNvSpPr>
            <a:spLocks noGrp="1"/>
          </p:cNvSpPr>
          <p:nvPr>
            <p:ph type="sldNum" sz="quarter" idx="12"/>
          </p:nvPr>
        </p:nvSpPr>
        <p:spPr/>
        <p:txBody>
          <a:bodyPr/>
          <a:lstStyle/>
          <a:p>
            <a:fld id="{D0B5CDF8-54D5-6043-A52E-76818AC5EAB8}" type="slidenum">
              <a:rPr lang="en-US" smtClean="0"/>
              <a:pPr/>
              <a:t>22</a:t>
            </a:fld>
            <a:endParaRPr lang="en-US" dirty="0"/>
          </a:p>
        </p:txBody>
      </p:sp>
    </p:spTree>
    <p:extLst>
      <p:ext uri="{BB962C8B-B14F-4D97-AF65-F5344CB8AC3E}">
        <p14:creationId xmlns:p14="http://schemas.microsoft.com/office/powerpoint/2010/main" val="23114438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298A3B-1C64-FC48-B728-58124D825894}"/>
              </a:ext>
            </a:extLst>
          </p:cNvPr>
          <p:cNvSpPr>
            <a:spLocks noGrp="1"/>
          </p:cNvSpPr>
          <p:nvPr>
            <p:ph type="title"/>
          </p:nvPr>
        </p:nvSpPr>
        <p:spPr/>
        <p:txBody>
          <a:bodyPr/>
          <a:lstStyle/>
          <a:p>
            <a:r>
              <a:rPr lang="en-US" dirty="0"/>
              <a:t>Grade Distribution, cont. </a:t>
            </a:r>
          </a:p>
        </p:txBody>
      </p:sp>
      <p:sp>
        <p:nvSpPr>
          <p:cNvPr id="3" name="Content Placeholder 2">
            <a:extLst>
              <a:ext uri="{FF2B5EF4-FFF2-40B4-BE49-F238E27FC236}">
                <a16:creationId xmlns:a16="http://schemas.microsoft.com/office/drawing/2014/main" id="{338F5343-9E55-674F-A866-7E03CD8A4249}"/>
              </a:ext>
            </a:extLst>
          </p:cNvPr>
          <p:cNvSpPr>
            <a:spLocks noGrp="1"/>
          </p:cNvSpPr>
          <p:nvPr>
            <p:ph idx="1"/>
          </p:nvPr>
        </p:nvSpPr>
        <p:spPr/>
        <p:txBody>
          <a:bodyPr/>
          <a:lstStyle/>
          <a:p>
            <a:r>
              <a:rPr lang="en-US" dirty="0"/>
              <a:t>A large component of the grade is dedicated for a project. </a:t>
            </a:r>
          </a:p>
          <a:p>
            <a:r>
              <a:rPr lang="en-US" dirty="0"/>
              <a:t>The project will be done individually. </a:t>
            </a:r>
          </a:p>
          <a:p>
            <a:r>
              <a:rPr lang="en-US" dirty="0"/>
              <a:t>The project topic has to be selected among one topic from the topics listed in the main syllabus (next)</a:t>
            </a:r>
          </a:p>
          <a:p>
            <a:r>
              <a:rPr lang="en-US" dirty="0"/>
              <a:t>The graded components will be as follows (detailed rubrics will be provided in the submission page of each component)</a:t>
            </a:r>
          </a:p>
          <a:p>
            <a:pPr lvl="1"/>
            <a:r>
              <a:rPr lang="en-US" dirty="0"/>
              <a:t>Project proposal 		03% (Jan 19, 2026)</a:t>
            </a:r>
          </a:p>
          <a:p>
            <a:pPr lvl="1"/>
            <a:r>
              <a:rPr lang="en-US" dirty="0"/>
              <a:t>Project milestone 		10% (Feb 26, 2026)</a:t>
            </a:r>
          </a:p>
          <a:p>
            <a:pPr lvl="1"/>
            <a:r>
              <a:rPr lang="en-US" dirty="0"/>
              <a:t>Project report	 		15% (Apr 16, 2026) </a:t>
            </a:r>
          </a:p>
        </p:txBody>
      </p:sp>
      <p:sp>
        <p:nvSpPr>
          <p:cNvPr id="5" name="Slide Number Placeholder 4">
            <a:extLst>
              <a:ext uri="{FF2B5EF4-FFF2-40B4-BE49-F238E27FC236}">
                <a16:creationId xmlns:a16="http://schemas.microsoft.com/office/drawing/2014/main" id="{2B112051-5C39-9443-8406-184B81E97D8B}"/>
              </a:ext>
            </a:extLst>
          </p:cNvPr>
          <p:cNvSpPr>
            <a:spLocks noGrp="1"/>
          </p:cNvSpPr>
          <p:nvPr>
            <p:ph type="sldNum" sz="quarter" idx="12"/>
          </p:nvPr>
        </p:nvSpPr>
        <p:spPr/>
        <p:txBody>
          <a:bodyPr/>
          <a:lstStyle/>
          <a:p>
            <a:fld id="{D0B5CDF8-54D5-6043-A52E-76818AC5EAB8}" type="slidenum">
              <a:rPr lang="en-US" smtClean="0"/>
              <a:pPr/>
              <a:t>23</a:t>
            </a:fld>
            <a:endParaRPr lang="en-US" dirty="0"/>
          </a:p>
        </p:txBody>
      </p:sp>
    </p:spTree>
    <p:extLst>
      <p:ext uri="{BB962C8B-B14F-4D97-AF65-F5344CB8AC3E}">
        <p14:creationId xmlns:p14="http://schemas.microsoft.com/office/powerpoint/2010/main" val="23745827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93050-63E9-7540-A287-C4D14F26BFA2}"/>
              </a:ext>
            </a:extLst>
          </p:cNvPr>
          <p:cNvSpPr>
            <a:spLocks noGrp="1"/>
          </p:cNvSpPr>
          <p:nvPr>
            <p:ph type="title"/>
          </p:nvPr>
        </p:nvSpPr>
        <p:spPr/>
        <p:txBody>
          <a:bodyPr/>
          <a:lstStyle/>
          <a:p>
            <a:r>
              <a:rPr lang="en-US" dirty="0"/>
              <a:t>Submission of Project Elements</a:t>
            </a:r>
          </a:p>
        </p:txBody>
      </p:sp>
      <p:sp>
        <p:nvSpPr>
          <p:cNvPr id="3" name="Content Placeholder 2">
            <a:extLst>
              <a:ext uri="{FF2B5EF4-FFF2-40B4-BE49-F238E27FC236}">
                <a16:creationId xmlns:a16="http://schemas.microsoft.com/office/drawing/2014/main" id="{D029082A-8A81-0F4B-A200-3EC37246BCF8}"/>
              </a:ext>
            </a:extLst>
          </p:cNvPr>
          <p:cNvSpPr>
            <a:spLocks noGrp="1"/>
          </p:cNvSpPr>
          <p:nvPr>
            <p:ph idx="1"/>
          </p:nvPr>
        </p:nvSpPr>
        <p:spPr/>
        <p:txBody>
          <a:bodyPr>
            <a:normAutofit/>
          </a:bodyPr>
          <a:lstStyle/>
          <a:p>
            <a:pPr lvl="0"/>
            <a:r>
              <a:rPr lang="en-US" dirty="0"/>
              <a:t>Proposal: 1 page on the ACM template and must include the following: </a:t>
            </a:r>
          </a:p>
          <a:p>
            <a:pPr lvl="1"/>
            <a:r>
              <a:rPr lang="en-US" dirty="0"/>
              <a:t>title of the project</a:t>
            </a:r>
          </a:p>
          <a:p>
            <a:pPr lvl="1"/>
            <a:r>
              <a:rPr lang="en-US" dirty="0"/>
              <a:t>why you chose this project</a:t>
            </a:r>
          </a:p>
          <a:p>
            <a:pPr lvl="1"/>
            <a:r>
              <a:rPr lang="en-US" dirty="0"/>
              <a:t>what is the problem the project tries to address</a:t>
            </a:r>
          </a:p>
          <a:p>
            <a:pPr lvl="1"/>
            <a:r>
              <a:rPr lang="en-US" dirty="0"/>
              <a:t>what technique you expect to use for addressing the problem</a:t>
            </a:r>
          </a:p>
          <a:p>
            <a:pPr lvl="1"/>
            <a:r>
              <a:rPr lang="en-US" dirty="0"/>
              <a:t>what outcomes you expect to get as a result. </a:t>
            </a:r>
          </a:p>
          <a:p>
            <a:pPr lvl="0"/>
            <a:r>
              <a:rPr lang="en-US" dirty="0"/>
              <a:t>Project milestone: </a:t>
            </a:r>
          </a:p>
          <a:p>
            <a:pPr lvl="1"/>
            <a:r>
              <a:rPr lang="en-US" dirty="0"/>
              <a:t>2 page: problem statement, technique, initial results, and discussion.</a:t>
            </a:r>
          </a:p>
          <a:p>
            <a:pPr lvl="0"/>
            <a:r>
              <a:rPr lang="en-US" dirty="0"/>
              <a:t>Final report: </a:t>
            </a:r>
          </a:p>
          <a:p>
            <a:pPr lvl="1"/>
            <a:r>
              <a:rPr lang="en-US" dirty="0"/>
              <a:t>6 pages, with unlimited pages for appendix and references.</a:t>
            </a:r>
          </a:p>
          <a:p>
            <a:pPr lvl="1"/>
            <a:r>
              <a:rPr lang="en-US" dirty="0"/>
              <a:t>The final report must include the following (in order): a concise abstract, a clear introduction, a concise problem statement, related work, technique, evaluation, discussion, and conclusion. </a:t>
            </a:r>
          </a:p>
          <a:p>
            <a:endParaRPr lang="en-US" dirty="0"/>
          </a:p>
        </p:txBody>
      </p:sp>
      <p:sp>
        <p:nvSpPr>
          <p:cNvPr id="5" name="Slide Number Placeholder 4">
            <a:extLst>
              <a:ext uri="{FF2B5EF4-FFF2-40B4-BE49-F238E27FC236}">
                <a16:creationId xmlns:a16="http://schemas.microsoft.com/office/drawing/2014/main" id="{21CFDF0B-EAEF-AA44-8B24-40DAEEE40B47}"/>
              </a:ext>
            </a:extLst>
          </p:cNvPr>
          <p:cNvSpPr>
            <a:spLocks noGrp="1"/>
          </p:cNvSpPr>
          <p:nvPr>
            <p:ph type="sldNum" sz="quarter" idx="12"/>
          </p:nvPr>
        </p:nvSpPr>
        <p:spPr/>
        <p:txBody>
          <a:bodyPr/>
          <a:lstStyle/>
          <a:p>
            <a:fld id="{D0B5CDF8-54D5-6043-A52E-76818AC5EAB8}" type="slidenum">
              <a:rPr lang="en-US" smtClean="0"/>
              <a:pPr/>
              <a:t>24</a:t>
            </a:fld>
            <a:endParaRPr lang="en-US" dirty="0"/>
          </a:p>
        </p:txBody>
      </p:sp>
    </p:spTree>
    <p:extLst>
      <p:ext uri="{BB962C8B-B14F-4D97-AF65-F5344CB8AC3E}">
        <p14:creationId xmlns:p14="http://schemas.microsoft.com/office/powerpoint/2010/main" val="545851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C6DC6-76D5-14C8-9349-64F6ACEC1D20}"/>
              </a:ext>
            </a:extLst>
          </p:cNvPr>
          <p:cNvSpPr>
            <a:spLocks noGrp="1"/>
          </p:cNvSpPr>
          <p:nvPr>
            <p:ph type="title"/>
          </p:nvPr>
        </p:nvSpPr>
        <p:spPr/>
        <p:txBody>
          <a:bodyPr/>
          <a:lstStyle/>
          <a:p>
            <a:r>
              <a:rPr lang="en-US" dirty="0"/>
              <a:t>Submission Template</a:t>
            </a:r>
          </a:p>
        </p:txBody>
      </p:sp>
      <p:sp>
        <p:nvSpPr>
          <p:cNvPr id="3" name="Content Placeholder 2">
            <a:extLst>
              <a:ext uri="{FF2B5EF4-FFF2-40B4-BE49-F238E27FC236}">
                <a16:creationId xmlns:a16="http://schemas.microsoft.com/office/drawing/2014/main" id="{81B1754F-B302-797E-C681-F898C0ADA906}"/>
              </a:ext>
            </a:extLst>
          </p:cNvPr>
          <p:cNvSpPr>
            <a:spLocks noGrp="1"/>
          </p:cNvSpPr>
          <p:nvPr>
            <p:ph idx="1"/>
          </p:nvPr>
        </p:nvSpPr>
        <p:spPr/>
        <p:txBody>
          <a:bodyPr/>
          <a:lstStyle/>
          <a:p>
            <a:r>
              <a:rPr lang="en-US" dirty="0">
                <a:hlinkClick r:id="rId2"/>
              </a:rPr>
              <a:t>https://www.overleaf.com/latex/templates/acm-hypertext-conference-template/pchbkqfnmxgr</a:t>
            </a:r>
            <a:endParaRPr lang="en-US" dirty="0"/>
          </a:p>
          <a:p>
            <a:endParaRPr lang="en-US" dirty="0"/>
          </a:p>
          <a:p>
            <a:r>
              <a:rPr lang="en-US" dirty="0"/>
              <a:t>Familiarize yourself with overleaf and latex.</a:t>
            </a:r>
          </a:p>
          <a:p>
            <a:pPr marL="0" indent="0">
              <a:buNone/>
            </a:pPr>
            <a:endParaRPr lang="en-US" dirty="0"/>
          </a:p>
        </p:txBody>
      </p:sp>
      <p:sp>
        <p:nvSpPr>
          <p:cNvPr id="5" name="Slide Number Placeholder 4">
            <a:extLst>
              <a:ext uri="{FF2B5EF4-FFF2-40B4-BE49-F238E27FC236}">
                <a16:creationId xmlns:a16="http://schemas.microsoft.com/office/drawing/2014/main" id="{DD722166-4CDE-8315-EC0A-ECFD55AFBF05}"/>
              </a:ext>
            </a:extLst>
          </p:cNvPr>
          <p:cNvSpPr>
            <a:spLocks noGrp="1"/>
          </p:cNvSpPr>
          <p:nvPr>
            <p:ph type="sldNum" sz="quarter" idx="12"/>
          </p:nvPr>
        </p:nvSpPr>
        <p:spPr/>
        <p:txBody>
          <a:bodyPr/>
          <a:lstStyle/>
          <a:p>
            <a:fld id="{D0B5CDF8-54D5-6043-A52E-76818AC5EAB8}" type="slidenum">
              <a:rPr lang="en-US" smtClean="0"/>
              <a:pPr/>
              <a:t>25</a:t>
            </a:fld>
            <a:endParaRPr lang="en-US" dirty="0"/>
          </a:p>
        </p:txBody>
      </p:sp>
    </p:spTree>
    <p:extLst>
      <p:ext uri="{BB962C8B-B14F-4D97-AF65-F5344CB8AC3E}">
        <p14:creationId xmlns:p14="http://schemas.microsoft.com/office/powerpoint/2010/main" val="2035027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31AF7-9DAB-E5F8-8B26-5F3873D6B928}"/>
              </a:ext>
            </a:extLst>
          </p:cNvPr>
          <p:cNvSpPr>
            <a:spLocks noGrp="1"/>
          </p:cNvSpPr>
          <p:nvPr>
            <p:ph type="title"/>
          </p:nvPr>
        </p:nvSpPr>
        <p:spPr/>
        <p:txBody>
          <a:bodyPr>
            <a:normAutofit fontScale="90000"/>
          </a:bodyPr>
          <a:lstStyle/>
          <a:p>
            <a:r>
              <a:rPr lang="en-US" dirty="0"/>
              <a:t>Benchmarking and Evaluation of NLP Systems</a:t>
            </a:r>
          </a:p>
        </p:txBody>
      </p:sp>
      <p:sp>
        <p:nvSpPr>
          <p:cNvPr id="3" name="Content Placeholder 2">
            <a:extLst>
              <a:ext uri="{FF2B5EF4-FFF2-40B4-BE49-F238E27FC236}">
                <a16:creationId xmlns:a16="http://schemas.microsoft.com/office/drawing/2014/main" id="{E7E2A007-DAAC-BD41-1938-46A9CB27233F}"/>
              </a:ext>
            </a:extLst>
          </p:cNvPr>
          <p:cNvSpPr>
            <a:spLocks noGrp="1"/>
          </p:cNvSpPr>
          <p:nvPr>
            <p:ph idx="1"/>
          </p:nvPr>
        </p:nvSpPr>
        <p:spPr/>
        <p:txBody>
          <a:bodyPr>
            <a:normAutofit fontScale="92500" lnSpcReduction="10000"/>
          </a:bodyPr>
          <a:lstStyle/>
          <a:p>
            <a:pPr marL="514350" indent="-514350">
              <a:buFont typeface="+mj-lt"/>
              <a:buAutoNum type="arabicPeriod"/>
            </a:pPr>
            <a:r>
              <a:rPr lang="en-US" b="1" dirty="0"/>
              <a:t>Comprehensive Benchmarking of Large Language Models: </a:t>
            </a:r>
            <a:r>
              <a:rPr lang="en-US" dirty="0"/>
              <a:t>Evaluate and compare LLM performance across tasks such as QA, summarization, and reasoning using standardized benchmarks.</a:t>
            </a:r>
          </a:p>
          <a:p>
            <a:pPr marL="514350" indent="-514350">
              <a:buFont typeface="+mj-lt"/>
              <a:buAutoNum type="arabicPeriod"/>
            </a:pPr>
            <a:endParaRPr lang="en-US" dirty="0"/>
          </a:p>
          <a:p>
            <a:pPr marL="514350" indent="-514350">
              <a:buFont typeface="+mj-lt"/>
              <a:buAutoNum type="arabicPeriod"/>
            </a:pPr>
            <a:r>
              <a:rPr lang="en-US" b="1" dirty="0"/>
              <a:t>Zero-Shot vs. Few-Shot Prompting Effectiveness: </a:t>
            </a:r>
            <a:r>
              <a:rPr lang="en-US" dirty="0"/>
              <a:t>Analyze how different prompting strategies impact performance across diverse NLP tasks.</a:t>
            </a:r>
          </a:p>
          <a:p>
            <a:pPr marL="514350" indent="-514350">
              <a:buFont typeface="+mj-lt"/>
              <a:buAutoNum type="arabicPeriod"/>
            </a:pPr>
            <a:endParaRPr lang="en-US" dirty="0"/>
          </a:p>
          <a:p>
            <a:pPr marL="514350" indent="-514350">
              <a:buFont typeface="+mj-lt"/>
              <a:buAutoNum type="arabicPeriod"/>
            </a:pPr>
            <a:r>
              <a:rPr lang="en-US" b="1" dirty="0"/>
              <a:t>Hallucination Detection and Measurement in LLMs:</a:t>
            </a:r>
            <a:r>
              <a:rPr lang="en-US" dirty="0"/>
              <a:t> Quantify hallucination behaviors and study their dependence on task type and prompt design.</a:t>
            </a:r>
          </a:p>
          <a:p>
            <a:pPr marL="514350" indent="-514350">
              <a:buFont typeface="+mj-lt"/>
              <a:buAutoNum type="arabicPeriod"/>
            </a:pPr>
            <a:endParaRPr lang="en-US" dirty="0"/>
          </a:p>
          <a:p>
            <a:pPr marL="514350" indent="-514350">
              <a:buFont typeface="+mj-lt"/>
              <a:buAutoNum type="arabicPeriod"/>
            </a:pPr>
            <a:r>
              <a:rPr lang="en-US" b="1" dirty="0"/>
              <a:t>Robustness Evaluation Under Linguistic Perturbations: </a:t>
            </a:r>
            <a:r>
              <a:rPr lang="en-US" dirty="0"/>
              <a:t>Assess LLM stability when inputs are paraphrased, noised, or </a:t>
            </a:r>
            <a:r>
              <a:rPr lang="en-US" dirty="0" err="1"/>
              <a:t>adversarially</a:t>
            </a:r>
            <a:r>
              <a:rPr lang="en-US" dirty="0"/>
              <a:t> modified.</a:t>
            </a:r>
          </a:p>
        </p:txBody>
      </p:sp>
      <p:sp>
        <p:nvSpPr>
          <p:cNvPr id="4" name="Slide Number Placeholder 3">
            <a:extLst>
              <a:ext uri="{FF2B5EF4-FFF2-40B4-BE49-F238E27FC236}">
                <a16:creationId xmlns:a16="http://schemas.microsoft.com/office/drawing/2014/main" id="{141ED116-5B01-B35C-67BC-A4245E5C013E}"/>
              </a:ext>
            </a:extLst>
          </p:cNvPr>
          <p:cNvSpPr>
            <a:spLocks noGrp="1"/>
          </p:cNvSpPr>
          <p:nvPr>
            <p:ph type="sldNum" sz="quarter" idx="12"/>
          </p:nvPr>
        </p:nvSpPr>
        <p:spPr/>
        <p:txBody>
          <a:bodyPr/>
          <a:lstStyle/>
          <a:p>
            <a:fld id="{D0B5CDF8-54D5-6043-A52E-76818AC5EAB8}" type="slidenum">
              <a:rPr lang="en-US" smtClean="0"/>
              <a:pPr/>
              <a:t>26</a:t>
            </a:fld>
            <a:endParaRPr lang="en-US" dirty="0"/>
          </a:p>
        </p:txBody>
      </p:sp>
    </p:spTree>
    <p:extLst>
      <p:ext uri="{BB962C8B-B14F-4D97-AF65-F5344CB8AC3E}">
        <p14:creationId xmlns:p14="http://schemas.microsoft.com/office/powerpoint/2010/main" val="6786005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C25AF-225A-DB4B-B9D2-C4F2824B4FA3}"/>
              </a:ext>
            </a:extLst>
          </p:cNvPr>
          <p:cNvSpPr>
            <a:spLocks noGrp="1"/>
          </p:cNvSpPr>
          <p:nvPr>
            <p:ph type="title"/>
          </p:nvPr>
        </p:nvSpPr>
        <p:spPr/>
        <p:txBody>
          <a:bodyPr/>
          <a:lstStyle/>
          <a:p>
            <a:r>
              <a:rPr lang="en-US" dirty="0"/>
              <a:t>Domain-Specific Language Understanding</a:t>
            </a:r>
          </a:p>
        </p:txBody>
      </p:sp>
      <p:sp>
        <p:nvSpPr>
          <p:cNvPr id="3" name="Content Placeholder 2">
            <a:extLst>
              <a:ext uri="{FF2B5EF4-FFF2-40B4-BE49-F238E27FC236}">
                <a16:creationId xmlns:a16="http://schemas.microsoft.com/office/drawing/2014/main" id="{2A614408-FB59-434E-895C-445678E51710}"/>
              </a:ext>
            </a:extLst>
          </p:cNvPr>
          <p:cNvSpPr>
            <a:spLocks noGrp="1"/>
          </p:cNvSpPr>
          <p:nvPr>
            <p:ph idx="1"/>
          </p:nvPr>
        </p:nvSpPr>
        <p:spPr/>
        <p:txBody>
          <a:bodyPr>
            <a:normAutofit/>
          </a:bodyPr>
          <a:lstStyle/>
          <a:p>
            <a:pPr marL="342900" marR="0" lvl="0" indent="-342900">
              <a:lnSpc>
                <a:spcPct val="115000"/>
              </a:lnSpc>
              <a:spcAft>
                <a:spcPts val="800"/>
              </a:spcAft>
              <a:buFont typeface="+mj-lt"/>
              <a:buAutoNum type="arabicPeriod"/>
              <a:tabLst>
                <a:tab pos="457200" algn="l"/>
              </a:tabLst>
            </a:pPr>
            <a:r>
              <a:rPr lang="en-US" sz="2400" b="1" dirty="0">
                <a:cs typeface="Arial" panose="020B0604020202020204" pitchFamily="34" charset="0"/>
              </a:rPr>
              <a:t>Benchmarking Code Generation Capabilities of LLMs:</a:t>
            </a:r>
            <a:r>
              <a:rPr lang="en-US" sz="2400" dirty="0">
                <a:cs typeface="Arial" panose="020B0604020202020204" pitchFamily="34" charset="0"/>
              </a:rPr>
              <a:t> Compare LLMs on standardized code generation benchmarks using functional correctness metrics.</a:t>
            </a:r>
          </a:p>
          <a:p>
            <a:pPr marL="342900" marR="0" lvl="0" indent="-342900">
              <a:lnSpc>
                <a:spcPct val="115000"/>
              </a:lnSpc>
              <a:spcAft>
                <a:spcPts val="800"/>
              </a:spcAft>
              <a:buFont typeface="+mj-lt"/>
              <a:buAutoNum type="arabicPeriod"/>
              <a:tabLst>
                <a:tab pos="457200" algn="l"/>
              </a:tabLst>
            </a:pPr>
            <a:r>
              <a:rPr lang="en-US" sz="2400" b="1" dirty="0">
                <a:cs typeface="Arial" panose="020B0604020202020204" pitchFamily="34" charset="0"/>
              </a:rPr>
              <a:t>Automated Program Repair with Large Language Models:</a:t>
            </a:r>
            <a:r>
              <a:rPr lang="en-US" sz="2400" dirty="0">
                <a:cs typeface="Arial" panose="020B0604020202020204" pitchFamily="34" charset="0"/>
              </a:rPr>
              <a:t> Investigate the effectiveness of LLMs in identifying and fixing real-world software bugs.</a:t>
            </a:r>
          </a:p>
          <a:p>
            <a:pPr marL="342900" marR="0" lvl="0" indent="-342900">
              <a:lnSpc>
                <a:spcPct val="115000"/>
              </a:lnSpc>
              <a:spcAft>
                <a:spcPts val="800"/>
              </a:spcAft>
              <a:buFont typeface="+mj-lt"/>
              <a:buAutoNum type="arabicPeriod"/>
              <a:tabLst>
                <a:tab pos="457200" algn="l"/>
              </a:tabLst>
            </a:pPr>
            <a:r>
              <a:rPr lang="en-US" sz="2400" b="1" dirty="0">
                <a:cs typeface="Arial" panose="020B0604020202020204" pitchFamily="34" charset="0"/>
              </a:rPr>
              <a:t>Semantic Code Understanding by LLMs:</a:t>
            </a:r>
            <a:r>
              <a:rPr lang="en-US" sz="2400" dirty="0">
                <a:cs typeface="Arial" panose="020B0604020202020204" pitchFamily="34" charset="0"/>
              </a:rPr>
              <a:t> Analyze how well LLMs capture program semantics such as control flow and data dependencies.</a:t>
            </a:r>
          </a:p>
          <a:p>
            <a:pPr marL="342900" marR="0" lvl="0" indent="-342900">
              <a:lnSpc>
                <a:spcPct val="115000"/>
              </a:lnSpc>
              <a:spcAft>
                <a:spcPts val="800"/>
              </a:spcAft>
              <a:buFont typeface="+mj-lt"/>
              <a:buAutoNum type="arabicPeriod"/>
              <a:tabLst>
                <a:tab pos="457200" algn="l"/>
              </a:tabLst>
            </a:pPr>
            <a:r>
              <a:rPr lang="en-US" sz="2400" b="1" dirty="0">
                <a:cs typeface="Arial" panose="020B0604020202020204" pitchFamily="34" charset="0"/>
              </a:rPr>
              <a:t>Domain Adaptation for Technical and Scientific Texts:</a:t>
            </a:r>
            <a:r>
              <a:rPr lang="en-US" sz="2400" dirty="0">
                <a:cs typeface="Arial" panose="020B0604020202020204" pitchFamily="34" charset="0"/>
              </a:rPr>
              <a:t> Study LLM performance when applied to specialized domains such as legal, medical, or scientific documents.</a:t>
            </a:r>
            <a:endParaRPr lang="en-US" sz="2400" dirty="0">
              <a:effectLst/>
              <a:cs typeface="Arial" panose="020B0604020202020204" pitchFamily="34" charset="0"/>
            </a:endParaRPr>
          </a:p>
        </p:txBody>
      </p:sp>
      <p:sp>
        <p:nvSpPr>
          <p:cNvPr id="5" name="Slide Number Placeholder 4">
            <a:extLst>
              <a:ext uri="{FF2B5EF4-FFF2-40B4-BE49-F238E27FC236}">
                <a16:creationId xmlns:a16="http://schemas.microsoft.com/office/drawing/2014/main" id="{8157765A-8248-EC45-8B9D-9B9C245679AC}"/>
              </a:ext>
            </a:extLst>
          </p:cNvPr>
          <p:cNvSpPr>
            <a:spLocks noGrp="1"/>
          </p:cNvSpPr>
          <p:nvPr>
            <p:ph type="sldNum" sz="quarter" idx="12"/>
          </p:nvPr>
        </p:nvSpPr>
        <p:spPr/>
        <p:txBody>
          <a:bodyPr/>
          <a:lstStyle/>
          <a:p>
            <a:fld id="{D0B5CDF8-54D5-6043-A52E-76818AC5EAB8}" type="slidenum">
              <a:rPr lang="en-US" smtClean="0"/>
              <a:pPr/>
              <a:t>27</a:t>
            </a:fld>
            <a:endParaRPr lang="en-US" dirty="0"/>
          </a:p>
        </p:txBody>
      </p:sp>
    </p:spTree>
    <p:extLst>
      <p:ext uri="{BB962C8B-B14F-4D97-AF65-F5344CB8AC3E}">
        <p14:creationId xmlns:p14="http://schemas.microsoft.com/office/powerpoint/2010/main" val="32365459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44214-F803-BBB7-C9B8-84714CD7A4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B2D419-F0A7-F2FE-1F28-353ABD507B6C}"/>
              </a:ext>
            </a:extLst>
          </p:cNvPr>
          <p:cNvSpPr>
            <a:spLocks noGrp="1"/>
          </p:cNvSpPr>
          <p:nvPr>
            <p:ph type="title"/>
          </p:nvPr>
        </p:nvSpPr>
        <p:spPr/>
        <p:txBody>
          <a:bodyPr/>
          <a:lstStyle/>
          <a:p>
            <a:r>
              <a:rPr lang="en-US" dirty="0"/>
              <a:t>Multimodal and Cross-Modal NLP</a:t>
            </a:r>
          </a:p>
        </p:txBody>
      </p:sp>
      <p:sp>
        <p:nvSpPr>
          <p:cNvPr id="3" name="Content Placeholder 2">
            <a:extLst>
              <a:ext uri="{FF2B5EF4-FFF2-40B4-BE49-F238E27FC236}">
                <a16:creationId xmlns:a16="http://schemas.microsoft.com/office/drawing/2014/main" id="{09EF8985-816D-ED59-BBAB-A5A9E75BADED}"/>
              </a:ext>
            </a:extLst>
          </p:cNvPr>
          <p:cNvSpPr>
            <a:spLocks noGrp="1"/>
          </p:cNvSpPr>
          <p:nvPr>
            <p:ph idx="1"/>
          </p:nvPr>
        </p:nvSpPr>
        <p:spPr/>
        <p:txBody>
          <a:bodyPr>
            <a:normAutofit/>
          </a:bodyPr>
          <a:lstStyle/>
          <a:p>
            <a:pPr marL="457200" indent="-457200">
              <a:lnSpc>
                <a:spcPct val="115000"/>
              </a:lnSpc>
              <a:spcAft>
                <a:spcPts val="800"/>
              </a:spcAft>
              <a:buFont typeface="+mj-lt"/>
              <a:buAutoNum type="arabicPeriod"/>
              <a:tabLst>
                <a:tab pos="457200" algn="l"/>
              </a:tabLst>
            </a:pPr>
            <a:r>
              <a:rPr lang="en-US" sz="2400" b="1" dirty="0">
                <a:cs typeface="Arial" panose="020B0604020202020204" pitchFamily="34" charset="0"/>
              </a:rPr>
              <a:t>Text-to-Image Generation and Prompt Control:</a:t>
            </a:r>
            <a:r>
              <a:rPr lang="en-US" sz="2400" dirty="0">
                <a:cs typeface="Arial" panose="020B0604020202020204" pitchFamily="34" charset="0"/>
              </a:rPr>
              <a:t> Evaluate how linguistic structure and prompt design influence image generation quality and alignment.</a:t>
            </a:r>
          </a:p>
          <a:p>
            <a:pPr marL="457200" indent="-457200">
              <a:lnSpc>
                <a:spcPct val="115000"/>
              </a:lnSpc>
              <a:spcAft>
                <a:spcPts val="800"/>
              </a:spcAft>
              <a:buFont typeface="+mj-lt"/>
              <a:buAutoNum type="arabicPeriod"/>
              <a:tabLst>
                <a:tab pos="457200" algn="l"/>
              </a:tabLst>
            </a:pPr>
            <a:r>
              <a:rPr lang="en-US" sz="2400" b="1" dirty="0">
                <a:cs typeface="Arial" panose="020B0604020202020204" pitchFamily="34" charset="0"/>
              </a:rPr>
              <a:t>Multimodal Reasoning with Text and Vision:</a:t>
            </a:r>
            <a:r>
              <a:rPr lang="en-US" sz="2400" dirty="0">
                <a:cs typeface="Arial" panose="020B0604020202020204" pitchFamily="34" charset="0"/>
              </a:rPr>
              <a:t> Assess LLM performance on tasks requiring joint understanding of textual and visual inputs.</a:t>
            </a:r>
          </a:p>
          <a:p>
            <a:pPr marL="457200" indent="-457200">
              <a:lnSpc>
                <a:spcPct val="115000"/>
              </a:lnSpc>
              <a:spcAft>
                <a:spcPts val="800"/>
              </a:spcAft>
              <a:buFont typeface="+mj-lt"/>
              <a:buAutoNum type="arabicPeriod"/>
              <a:tabLst>
                <a:tab pos="457200" algn="l"/>
              </a:tabLst>
            </a:pPr>
            <a:r>
              <a:rPr lang="en-US" sz="2400" b="1" dirty="0">
                <a:cs typeface="Arial" panose="020B0604020202020204" pitchFamily="34" charset="0"/>
              </a:rPr>
              <a:t>Natural Language to Structured Representation Conversion:</a:t>
            </a:r>
            <a:r>
              <a:rPr lang="en-US" sz="2400" dirty="0">
                <a:cs typeface="Arial" panose="020B0604020202020204" pitchFamily="34" charset="0"/>
              </a:rPr>
              <a:t> Study the effectiveness of LLMs in translating text into tables, schemas, or knowledge graphs.</a:t>
            </a:r>
          </a:p>
          <a:p>
            <a:pPr marL="457200" indent="-457200">
              <a:lnSpc>
                <a:spcPct val="115000"/>
              </a:lnSpc>
              <a:spcAft>
                <a:spcPts val="800"/>
              </a:spcAft>
              <a:buFont typeface="+mj-lt"/>
              <a:buAutoNum type="arabicPeriod"/>
              <a:tabLst>
                <a:tab pos="457200" algn="l"/>
              </a:tabLst>
            </a:pPr>
            <a:r>
              <a:rPr lang="en-US" sz="2400" b="1" dirty="0">
                <a:cs typeface="Arial" panose="020B0604020202020204" pitchFamily="34" charset="0"/>
              </a:rPr>
              <a:t>Cross-Modal Consistency and Alignment Analysis:</a:t>
            </a:r>
            <a:r>
              <a:rPr lang="en-US" sz="2400" dirty="0">
                <a:cs typeface="Arial" panose="020B0604020202020204" pitchFamily="34" charset="0"/>
              </a:rPr>
              <a:t> Analyze semantic consistency between generated content across multiple modalities.</a:t>
            </a:r>
            <a:endParaRPr lang="en-US" sz="2400" dirty="0">
              <a:effectLst/>
              <a:cs typeface="Arial" panose="020B0604020202020204" pitchFamily="34" charset="0"/>
            </a:endParaRPr>
          </a:p>
        </p:txBody>
      </p:sp>
      <p:sp>
        <p:nvSpPr>
          <p:cNvPr id="5" name="Slide Number Placeholder 4">
            <a:extLst>
              <a:ext uri="{FF2B5EF4-FFF2-40B4-BE49-F238E27FC236}">
                <a16:creationId xmlns:a16="http://schemas.microsoft.com/office/drawing/2014/main" id="{D00988F0-6DE0-2640-A131-F2BD8DA39CC9}"/>
              </a:ext>
            </a:extLst>
          </p:cNvPr>
          <p:cNvSpPr>
            <a:spLocks noGrp="1"/>
          </p:cNvSpPr>
          <p:nvPr>
            <p:ph type="sldNum" sz="quarter" idx="12"/>
          </p:nvPr>
        </p:nvSpPr>
        <p:spPr/>
        <p:txBody>
          <a:bodyPr/>
          <a:lstStyle/>
          <a:p>
            <a:fld id="{D0B5CDF8-54D5-6043-A52E-76818AC5EAB8}" type="slidenum">
              <a:rPr lang="en-US" smtClean="0"/>
              <a:pPr/>
              <a:t>28</a:t>
            </a:fld>
            <a:endParaRPr lang="en-US" dirty="0"/>
          </a:p>
        </p:txBody>
      </p:sp>
    </p:spTree>
    <p:extLst>
      <p:ext uri="{BB962C8B-B14F-4D97-AF65-F5344CB8AC3E}">
        <p14:creationId xmlns:p14="http://schemas.microsoft.com/office/powerpoint/2010/main" val="42182711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0251C-B989-69AD-D35D-C7B8D65691FA}"/>
              </a:ext>
            </a:extLst>
          </p:cNvPr>
          <p:cNvSpPr>
            <a:spLocks noGrp="1"/>
          </p:cNvSpPr>
          <p:nvPr>
            <p:ph type="title"/>
          </p:nvPr>
        </p:nvSpPr>
        <p:spPr/>
        <p:txBody>
          <a:bodyPr>
            <a:normAutofit fontScale="90000"/>
          </a:bodyPr>
          <a:lstStyle/>
          <a:p>
            <a:r>
              <a:rPr lang="en-US" dirty="0"/>
              <a:t>Security and Trustworthiness of NLP Systems</a:t>
            </a:r>
          </a:p>
        </p:txBody>
      </p:sp>
      <p:sp>
        <p:nvSpPr>
          <p:cNvPr id="3" name="Content Placeholder 2">
            <a:extLst>
              <a:ext uri="{FF2B5EF4-FFF2-40B4-BE49-F238E27FC236}">
                <a16:creationId xmlns:a16="http://schemas.microsoft.com/office/drawing/2014/main" id="{68DEB61B-0707-DADD-6C8E-325E2583F493}"/>
              </a:ext>
            </a:extLst>
          </p:cNvPr>
          <p:cNvSpPr>
            <a:spLocks noGrp="1"/>
          </p:cNvSpPr>
          <p:nvPr>
            <p:ph idx="1"/>
          </p:nvPr>
        </p:nvSpPr>
        <p:spPr/>
        <p:txBody>
          <a:bodyPr>
            <a:normAutofit/>
          </a:bodyPr>
          <a:lstStyle/>
          <a:p>
            <a:r>
              <a:rPr lang="en-US" sz="2400" b="1" dirty="0"/>
              <a:t>Prompt Injection Attacks and Defensive Techniques:</a:t>
            </a:r>
            <a:r>
              <a:rPr lang="en-US" sz="2400" dirty="0"/>
              <a:t> Evaluate vulnerabilities of LLMs to prompt injection and assess mitigation strategies.</a:t>
            </a:r>
          </a:p>
          <a:p>
            <a:endParaRPr lang="en-US" sz="2400" dirty="0"/>
          </a:p>
          <a:p>
            <a:r>
              <a:rPr lang="en-US" sz="2400" b="1" dirty="0"/>
              <a:t>LLM-Based Anomaly Detection in System Logs:</a:t>
            </a:r>
            <a:r>
              <a:rPr lang="en-US" sz="2400" dirty="0"/>
              <a:t> Apply LLMs to identify abnormal patterns in system or network logs.</a:t>
            </a:r>
          </a:p>
          <a:p>
            <a:endParaRPr lang="en-US" sz="2400" dirty="0"/>
          </a:p>
          <a:p>
            <a:r>
              <a:rPr lang="en-US" sz="2400" b="1" dirty="0"/>
              <a:t>Malware Detection Using Language Models:</a:t>
            </a:r>
            <a:r>
              <a:rPr lang="en-US" sz="2400" dirty="0"/>
              <a:t> Investigate the effectiveness of LLMs in classifying malicious code or textual indicators.</a:t>
            </a:r>
          </a:p>
          <a:p>
            <a:pPr marL="0" indent="0">
              <a:buNone/>
            </a:pPr>
            <a:endParaRPr lang="en-US" sz="2400" dirty="0"/>
          </a:p>
          <a:p>
            <a:r>
              <a:rPr lang="en-US" sz="2400" b="1" dirty="0"/>
              <a:t>Reliability and Uncertainty Estimation in LLM Outputs:</a:t>
            </a:r>
            <a:r>
              <a:rPr lang="en-US" sz="2400" dirty="0"/>
              <a:t> Study methods for detecting low-confidence or unreliable model responses.</a:t>
            </a:r>
          </a:p>
        </p:txBody>
      </p:sp>
      <p:sp>
        <p:nvSpPr>
          <p:cNvPr id="5" name="Slide Number Placeholder 4">
            <a:extLst>
              <a:ext uri="{FF2B5EF4-FFF2-40B4-BE49-F238E27FC236}">
                <a16:creationId xmlns:a16="http://schemas.microsoft.com/office/drawing/2014/main" id="{3D1100BA-515F-D16B-7D06-0CA103B9FC45}"/>
              </a:ext>
            </a:extLst>
          </p:cNvPr>
          <p:cNvSpPr>
            <a:spLocks noGrp="1"/>
          </p:cNvSpPr>
          <p:nvPr>
            <p:ph type="sldNum" sz="quarter" idx="12"/>
          </p:nvPr>
        </p:nvSpPr>
        <p:spPr/>
        <p:txBody>
          <a:bodyPr/>
          <a:lstStyle/>
          <a:p>
            <a:fld id="{D0B5CDF8-54D5-6043-A52E-76818AC5EAB8}" type="slidenum">
              <a:rPr lang="en-US" smtClean="0"/>
              <a:pPr/>
              <a:t>29</a:t>
            </a:fld>
            <a:endParaRPr lang="en-US" dirty="0"/>
          </a:p>
        </p:txBody>
      </p:sp>
    </p:spTree>
    <p:extLst>
      <p:ext uri="{BB962C8B-B14F-4D97-AF65-F5344CB8AC3E}">
        <p14:creationId xmlns:p14="http://schemas.microsoft.com/office/powerpoint/2010/main" val="41244859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B416A-80A0-8CFD-DFA6-884E60378709}"/>
              </a:ext>
            </a:extLst>
          </p:cNvPr>
          <p:cNvSpPr>
            <a:spLocks noGrp="1"/>
          </p:cNvSpPr>
          <p:nvPr>
            <p:ph type="title"/>
          </p:nvPr>
        </p:nvSpPr>
        <p:spPr/>
        <p:txBody>
          <a:bodyPr/>
          <a:lstStyle/>
          <a:p>
            <a:r>
              <a:rPr lang="en-US" dirty="0"/>
              <a:t>Projects Topics: Security Applications</a:t>
            </a:r>
          </a:p>
        </p:txBody>
      </p:sp>
      <p:sp>
        <p:nvSpPr>
          <p:cNvPr id="3" name="Content Placeholder 2">
            <a:extLst>
              <a:ext uri="{FF2B5EF4-FFF2-40B4-BE49-F238E27FC236}">
                <a16:creationId xmlns:a16="http://schemas.microsoft.com/office/drawing/2014/main" id="{23978173-9A15-09C9-6345-B8AD498A047E}"/>
              </a:ext>
            </a:extLst>
          </p:cNvPr>
          <p:cNvSpPr>
            <a:spLocks noGrp="1"/>
          </p:cNvSpPr>
          <p:nvPr>
            <p:ph idx="1"/>
          </p:nvPr>
        </p:nvSpPr>
        <p:spPr/>
        <p:txBody>
          <a:bodyPr>
            <a:normAutofit/>
          </a:bodyPr>
          <a:lstStyle/>
          <a:p>
            <a:r>
              <a:rPr lang="en-US" sz="2400" b="1" dirty="0"/>
              <a:t>Measuring Demographic Bias in Large Language Models: </a:t>
            </a:r>
            <a:r>
              <a:rPr lang="en-US" sz="2400" dirty="0"/>
              <a:t>Analyze disparities in LLM outputs across demographic attributes using established fairness metrics.</a:t>
            </a:r>
          </a:p>
          <a:p>
            <a:endParaRPr lang="en-US" sz="2400" dirty="0"/>
          </a:p>
          <a:p>
            <a:r>
              <a:rPr lang="en-US" sz="2400" b="1" dirty="0"/>
              <a:t>Bias Propagation in Multilingual NLP Systems: </a:t>
            </a:r>
            <a:r>
              <a:rPr lang="en-US" sz="2400" dirty="0"/>
              <a:t>Study how biases transfer across languages and cultures in multilingual models.</a:t>
            </a:r>
          </a:p>
          <a:p>
            <a:endParaRPr lang="en-US" sz="2400" dirty="0"/>
          </a:p>
          <a:p>
            <a:r>
              <a:rPr lang="en-US" sz="2400" b="1" dirty="0"/>
              <a:t>Ethical Boundary Testing in Sensitive Content Generation:</a:t>
            </a:r>
            <a:r>
              <a:rPr lang="en-US" sz="2400" dirty="0"/>
              <a:t> Evaluate LLM behavior when prompted with ethically sensitive or harmful scenarios.</a:t>
            </a:r>
          </a:p>
          <a:p>
            <a:endParaRPr lang="en-US" sz="2400" dirty="0"/>
          </a:p>
          <a:p>
            <a:r>
              <a:rPr lang="en-US" sz="2400" b="1" dirty="0"/>
              <a:t>Trade-offs Between Fairness and Performance in NLP Models:</a:t>
            </a:r>
            <a:r>
              <a:rPr lang="en-US" sz="2400" dirty="0"/>
              <a:t> Analyze how bias mitigation techniques affect accuracy, robustness, and utility.</a:t>
            </a:r>
          </a:p>
        </p:txBody>
      </p:sp>
      <p:sp>
        <p:nvSpPr>
          <p:cNvPr id="5" name="Slide Number Placeholder 4">
            <a:extLst>
              <a:ext uri="{FF2B5EF4-FFF2-40B4-BE49-F238E27FC236}">
                <a16:creationId xmlns:a16="http://schemas.microsoft.com/office/drawing/2014/main" id="{726BE47A-F611-1908-256A-28975E474AE1}"/>
              </a:ext>
            </a:extLst>
          </p:cNvPr>
          <p:cNvSpPr>
            <a:spLocks noGrp="1"/>
          </p:cNvSpPr>
          <p:nvPr>
            <p:ph type="sldNum" sz="quarter" idx="12"/>
          </p:nvPr>
        </p:nvSpPr>
        <p:spPr/>
        <p:txBody>
          <a:bodyPr/>
          <a:lstStyle/>
          <a:p>
            <a:fld id="{D0B5CDF8-54D5-6043-A52E-76818AC5EAB8}" type="slidenum">
              <a:rPr lang="en-US" smtClean="0"/>
              <a:pPr/>
              <a:t>30</a:t>
            </a:fld>
            <a:endParaRPr lang="en-US" dirty="0"/>
          </a:p>
        </p:txBody>
      </p:sp>
    </p:spTree>
    <p:extLst>
      <p:ext uri="{BB962C8B-B14F-4D97-AF65-F5344CB8AC3E}">
        <p14:creationId xmlns:p14="http://schemas.microsoft.com/office/powerpoint/2010/main" val="24738142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112E4-DA08-F842-9FBB-CCBF52FA2660}"/>
              </a:ext>
            </a:extLst>
          </p:cNvPr>
          <p:cNvSpPr>
            <a:spLocks noGrp="1"/>
          </p:cNvSpPr>
          <p:nvPr>
            <p:ph type="title"/>
          </p:nvPr>
        </p:nvSpPr>
        <p:spPr/>
        <p:txBody>
          <a:bodyPr/>
          <a:lstStyle/>
          <a:p>
            <a:r>
              <a:rPr lang="en-US" dirty="0"/>
              <a:t>Exams</a:t>
            </a:r>
          </a:p>
        </p:txBody>
      </p:sp>
      <p:sp>
        <p:nvSpPr>
          <p:cNvPr id="3" name="Content Placeholder 2">
            <a:extLst>
              <a:ext uri="{FF2B5EF4-FFF2-40B4-BE49-F238E27FC236}">
                <a16:creationId xmlns:a16="http://schemas.microsoft.com/office/drawing/2014/main" id="{31AF822E-5987-794E-9F38-236B9AEF62B2}"/>
              </a:ext>
            </a:extLst>
          </p:cNvPr>
          <p:cNvSpPr>
            <a:spLocks noGrp="1"/>
          </p:cNvSpPr>
          <p:nvPr>
            <p:ph idx="1"/>
          </p:nvPr>
        </p:nvSpPr>
        <p:spPr/>
        <p:txBody>
          <a:bodyPr/>
          <a:lstStyle/>
          <a:p>
            <a:r>
              <a:rPr lang="en-US" dirty="0"/>
              <a:t>The largest component of this course is exams. </a:t>
            </a:r>
          </a:p>
          <a:p>
            <a:r>
              <a:rPr lang="en-US" dirty="0"/>
              <a:t>In this course, you will have two midterm exams.</a:t>
            </a:r>
          </a:p>
          <a:p>
            <a:pPr lvl="1"/>
            <a:r>
              <a:rPr lang="en-US" dirty="0"/>
              <a:t>Midterm 1: Mar 03, 2026; material up to Feb 26, up to assignment #3</a:t>
            </a:r>
          </a:p>
          <a:p>
            <a:pPr lvl="1"/>
            <a:r>
              <a:rPr lang="en-US" dirty="0"/>
              <a:t>Midterm 2: Apr 23, 2026, material up to Apr 21, up to assignment #6</a:t>
            </a:r>
          </a:p>
          <a:p>
            <a:r>
              <a:rPr lang="en-US" dirty="0"/>
              <a:t>No make-up exams will be given, except in extreme circumstances. </a:t>
            </a:r>
          </a:p>
          <a:p>
            <a:pPr lvl="1"/>
            <a:r>
              <a:rPr lang="en-US" dirty="0"/>
              <a:t>No incomplete will be given in this class. </a:t>
            </a:r>
          </a:p>
          <a:p>
            <a:pPr lvl="1"/>
            <a:r>
              <a:rPr lang="en-US" dirty="0"/>
              <a:t>Please take that into account as the important guideline when considering whether this course is right for you.</a:t>
            </a:r>
          </a:p>
          <a:p>
            <a:r>
              <a:rPr lang="en-US" dirty="0"/>
              <a:t>The exam will be closed book</a:t>
            </a:r>
          </a:p>
          <a:p>
            <a:pPr lvl="1"/>
            <a:r>
              <a:rPr lang="en-US" dirty="0"/>
              <a:t>You are allowed two-side letter-size cheat-sheet. </a:t>
            </a:r>
          </a:p>
          <a:p>
            <a:pPr lvl="1"/>
            <a:r>
              <a:rPr lang="en-US" dirty="0"/>
              <a:t>Must be handwritten. </a:t>
            </a:r>
          </a:p>
          <a:p>
            <a:endParaRPr lang="en-US" dirty="0"/>
          </a:p>
        </p:txBody>
      </p:sp>
      <p:sp>
        <p:nvSpPr>
          <p:cNvPr id="5" name="Slide Number Placeholder 4">
            <a:extLst>
              <a:ext uri="{FF2B5EF4-FFF2-40B4-BE49-F238E27FC236}">
                <a16:creationId xmlns:a16="http://schemas.microsoft.com/office/drawing/2014/main" id="{BD1D063B-973C-F94E-A4F4-BB91A33DCC26}"/>
              </a:ext>
            </a:extLst>
          </p:cNvPr>
          <p:cNvSpPr>
            <a:spLocks noGrp="1"/>
          </p:cNvSpPr>
          <p:nvPr>
            <p:ph type="sldNum" sz="quarter" idx="12"/>
          </p:nvPr>
        </p:nvSpPr>
        <p:spPr/>
        <p:txBody>
          <a:bodyPr/>
          <a:lstStyle/>
          <a:p>
            <a:fld id="{D0B5CDF8-54D5-6043-A52E-76818AC5EAB8}" type="slidenum">
              <a:rPr lang="en-US" smtClean="0"/>
              <a:pPr/>
              <a:t>31</a:t>
            </a:fld>
            <a:endParaRPr lang="en-US" dirty="0"/>
          </a:p>
        </p:txBody>
      </p:sp>
    </p:spTree>
    <p:extLst>
      <p:ext uri="{BB962C8B-B14F-4D97-AF65-F5344CB8AC3E}">
        <p14:creationId xmlns:p14="http://schemas.microsoft.com/office/powerpoint/2010/main" val="11932545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0BF37-2D41-27FF-CFBB-7C3B58AA62B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E69CD48-3544-7C35-52D2-034FB66F0208}"/>
              </a:ext>
            </a:extLst>
          </p:cNvPr>
          <p:cNvSpPr>
            <a:spLocks noGrp="1"/>
          </p:cNvSpPr>
          <p:nvPr>
            <p:ph type="ctrTitle"/>
          </p:nvPr>
        </p:nvSpPr>
        <p:spPr>
          <a:xfrm>
            <a:off x="4309110" y="562293"/>
            <a:ext cx="7357110" cy="2387600"/>
          </a:xfrm>
        </p:spPr>
        <p:txBody>
          <a:bodyPr/>
          <a:lstStyle/>
          <a:p>
            <a:r>
              <a:rPr lang="en-US" dirty="0"/>
              <a:t>Classroom Etiquette</a:t>
            </a:r>
          </a:p>
        </p:txBody>
      </p:sp>
      <p:sp>
        <p:nvSpPr>
          <p:cNvPr id="7" name="Subtitle 6">
            <a:extLst>
              <a:ext uri="{FF2B5EF4-FFF2-40B4-BE49-F238E27FC236}">
                <a16:creationId xmlns:a16="http://schemas.microsoft.com/office/drawing/2014/main" id="{355BCD86-32D3-565A-A292-450B82CFB18E}"/>
              </a:ext>
            </a:extLst>
          </p:cNvPr>
          <p:cNvSpPr>
            <a:spLocks noGrp="1"/>
          </p:cNvSpPr>
          <p:nvPr>
            <p:ph type="subTitle" idx="1"/>
          </p:nvPr>
        </p:nvSpPr>
        <p:spPr/>
        <p:txBody>
          <a:bodyPr/>
          <a:lstStyle/>
          <a:p>
            <a:endParaRPr lang="en-US"/>
          </a:p>
        </p:txBody>
      </p:sp>
      <p:sp>
        <p:nvSpPr>
          <p:cNvPr id="5" name="Slide Number Placeholder 4">
            <a:extLst>
              <a:ext uri="{FF2B5EF4-FFF2-40B4-BE49-F238E27FC236}">
                <a16:creationId xmlns:a16="http://schemas.microsoft.com/office/drawing/2014/main" id="{45F65121-791E-E438-0287-6ACC5D7A0C4C}"/>
              </a:ext>
            </a:extLst>
          </p:cNvPr>
          <p:cNvSpPr>
            <a:spLocks noGrp="1"/>
          </p:cNvSpPr>
          <p:nvPr>
            <p:ph type="sldNum" sz="quarter" idx="4294967295"/>
          </p:nvPr>
        </p:nvSpPr>
        <p:spPr>
          <a:xfrm>
            <a:off x="9347200" y="6534150"/>
            <a:ext cx="2844800" cy="365125"/>
          </a:xfrm>
          <a:prstGeom prst="rect">
            <a:avLst/>
          </a:prstGeom>
        </p:spPr>
        <p:txBody>
          <a:bodyPr vert="horz" lIns="91440" tIns="45720" rIns="91440" bIns="45720" rtlCol="0" anchor="ctr"/>
          <a:lstStyle>
            <a:defPPr>
              <a:defRPr lang="en-US"/>
            </a:defPPr>
            <a:lvl1pPr marL="0" algn="r" defTabSz="914400" rtl="0" eaLnBrk="1" latinLnBrk="0" hangingPunct="1">
              <a:defRPr sz="1000" kern="1200">
                <a:solidFill>
                  <a:schemeClr val="tx1"/>
                </a:solidFill>
                <a:latin typeface="Palatino" pitchFamily="2" charset="77"/>
                <a:ea typeface="Palatino" pitchFamily="2" charset="77"/>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F263007-9181-A64B-BE9E-86B509FB3A94}" type="slidenum">
              <a:rPr lang="en-US" smtClean="0"/>
              <a:pPr/>
              <a:t>32</a:t>
            </a:fld>
            <a:endParaRPr lang="en-US" dirty="0"/>
          </a:p>
        </p:txBody>
      </p:sp>
    </p:spTree>
    <p:extLst>
      <p:ext uri="{BB962C8B-B14F-4D97-AF65-F5344CB8AC3E}">
        <p14:creationId xmlns:p14="http://schemas.microsoft.com/office/powerpoint/2010/main" val="7412789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DFF93-AE49-408F-E890-F69FB8A8FA6D}"/>
              </a:ext>
            </a:extLst>
          </p:cNvPr>
          <p:cNvSpPr>
            <a:spLocks noGrp="1"/>
          </p:cNvSpPr>
          <p:nvPr>
            <p:ph type="title"/>
          </p:nvPr>
        </p:nvSpPr>
        <p:spPr/>
        <p:txBody>
          <a:bodyPr/>
          <a:lstStyle/>
          <a:p>
            <a:r>
              <a:rPr lang="en-US" dirty="0"/>
              <a:t>Classroom Etiquette</a:t>
            </a:r>
          </a:p>
        </p:txBody>
      </p:sp>
      <p:sp>
        <p:nvSpPr>
          <p:cNvPr id="3" name="Content Placeholder 2">
            <a:extLst>
              <a:ext uri="{FF2B5EF4-FFF2-40B4-BE49-F238E27FC236}">
                <a16:creationId xmlns:a16="http://schemas.microsoft.com/office/drawing/2014/main" id="{6E74D2A2-A74A-6929-524F-2AC0F74FAC68}"/>
              </a:ext>
            </a:extLst>
          </p:cNvPr>
          <p:cNvSpPr>
            <a:spLocks noGrp="1"/>
          </p:cNvSpPr>
          <p:nvPr>
            <p:ph idx="1"/>
          </p:nvPr>
        </p:nvSpPr>
        <p:spPr/>
        <p:txBody>
          <a:bodyPr/>
          <a:lstStyle/>
          <a:p>
            <a:r>
              <a:rPr lang="en-US" dirty="0"/>
              <a:t>Address your professor with Dr. Mohaisen or Professor Mohaisen Avoid using first name. </a:t>
            </a:r>
          </a:p>
          <a:p>
            <a:r>
              <a:rPr lang="en-US" dirty="0"/>
              <a:t>Be respectful of everyone. Avoid interruptions. </a:t>
            </a:r>
          </a:p>
          <a:p>
            <a:r>
              <a:rPr lang="en-US" dirty="0"/>
              <a:t>Raise your hand for questions and wait to be called upon. </a:t>
            </a:r>
          </a:p>
          <a:p>
            <a:r>
              <a:rPr lang="en-US" dirty="0"/>
              <a:t>Avoid distractions: turn off your phone and avoid using electronic devices on non-class related activities. </a:t>
            </a:r>
          </a:p>
          <a:p>
            <a:r>
              <a:rPr lang="en-US" dirty="0"/>
              <a:t>In communications, be respectful, formal, and precise. </a:t>
            </a:r>
          </a:p>
          <a:p>
            <a:r>
              <a:rPr lang="en-US" dirty="0"/>
              <a:t>Arrive on time to the classroom, and if you have to leave do so quietly and with prior notice, if possible. </a:t>
            </a:r>
          </a:p>
          <a:p>
            <a:r>
              <a:rPr lang="en-US" dirty="0"/>
              <a:t>Adhere to the classroom policies. </a:t>
            </a:r>
          </a:p>
          <a:p>
            <a:endParaRPr lang="en-US" dirty="0"/>
          </a:p>
        </p:txBody>
      </p:sp>
      <p:sp>
        <p:nvSpPr>
          <p:cNvPr id="5" name="Footer Placeholder 4">
            <a:extLst>
              <a:ext uri="{FF2B5EF4-FFF2-40B4-BE49-F238E27FC236}">
                <a16:creationId xmlns:a16="http://schemas.microsoft.com/office/drawing/2014/main" id="{21A2B913-64BD-C972-5C08-6018228DD5D3}"/>
              </a:ext>
            </a:extLst>
          </p:cNvPr>
          <p:cNvSpPr>
            <a:spLocks noGrp="1"/>
          </p:cNvSpPr>
          <p:nvPr>
            <p:ph type="ftr" sz="quarter" idx="3"/>
          </p:nvPr>
        </p:nvSpPr>
        <p:spPr>
          <a:xfrm>
            <a:off x="3834203" y="6534324"/>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solidFill>
                <a:latin typeface="Palatino" pitchFamily="2" charset="77"/>
                <a:ea typeface="Palatino" pitchFamily="2" charset="77"/>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 name="Slide Number Placeholder 5">
            <a:extLst>
              <a:ext uri="{FF2B5EF4-FFF2-40B4-BE49-F238E27FC236}">
                <a16:creationId xmlns:a16="http://schemas.microsoft.com/office/drawing/2014/main" id="{39EA494D-9B15-21E9-E4A9-7B5C7B882299}"/>
              </a:ext>
            </a:extLst>
          </p:cNvPr>
          <p:cNvSpPr>
            <a:spLocks noGrp="1"/>
          </p:cNvSpPr>
          <p:nvPr>
            <p:ph type="sldNum" sz="quarter" idx="4"/>
          </p:nvPr>
        </p:nvSpPr>
        <p:spPr>
          <a:xfrm>
            <a:off x="8406203" y="6534324"/>
            <a:ext cx="2844800" cy="365125"/>
          </a:xfrm>
          <a:prstGeom prst="rect">
            <a:avLst/>
          </a:prstGeom>
        </p:spPr>
        <p:txBody>
          <a:bodyPr vert="horz" lIns="91440" tIns="45720" rIns="91440" bIns="45720" rtlCol="0" anchor="ctr"/>
          <a:lstStyle>
            <a:defPPr>
              <a:defRPr lang="en-US"/>
            </a:defPPr>
            <a:lvl1pPr marL="0" algn="r" defTabSz="914400" rtl="0" eaLnBrk="1" latinLnBrk="0" hangingPunct="1">
              <a:defRPr sz="1000" kern="1200">
                <a:solidFill>
                  <a:schemeClr val="tx1"/>
                </a:solidFill>
                <a:latin typeface="Palatino" pitchFamily="2" charset="77"/>
                <a:ea typeface="Palatino" pitchFamily="2" charset="77"/>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F263007-9181-A64B-BE9E-86B509FB3A94}" type="slidenum">
              <a:rPr lang="en-US" smtClean="0"/>
              <a:pPr/>
              <a:t>33</a:t>
            </a:fld>
            <a:endParaRPr lang="en-US"/>
          </a:p>
        </p:txBody>
      </p:sp>
    </p:spTree>
    <p:extLst>
      <p:ext uri="{BB962C8B-B14F-4D97-AF65-F5344CB8AC3E}">
        <p14:creationId xmlns:p14="http://schemas.microsoft.com/office/powerpoint/2010/main" val="4053198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42027-217E-5B4D-9921-275D4F96886D}"/>
              </a:ext>
            </a:extLst>
          </p:cNvPr>
          <p:cNvSpPr>
            <a:spLocks noGrp="1"/>
          </p:cNvSpPr>
          <p:nvPr>
            <p:ph type="title"/>
          </p:nvPr>
        </p:nvSpPr>
        <p:spPr/>
        <p:txBody>
          <a:bodyPr/>
          <a:lstStyle/>
          <a:p>
            <a:r>
              <a:rPr lang="en-US" dirty="0"/>
              <a:t>Other General Policies</a:t>
            </a:r>
          </a:p>
        </p:txBody>
      </p:sp>
      <p:sp>
        <p:nvSpPr>
          <p:cNvPr id="3" name="Content Placeholder 2">
            <a:extLst>
              <a:ext uri="{FF2B5EF4-FFF2-40B4-BE49-F238E27FC236}">
                <a16:creationId xmlns:a16="http://schemas.microsoft.com/office/drawing/2014/main" id="{2B91B8B0-72D8-3144-B95C-829102FC368D}"/>
              </a:ext>
            </a:extLst>
          </p:cNvPr>
          <p:cNvSpPr>
            <a:spLocks noGrp="1"/>
          </p:cNvSpPr>
          <p:nvPr>
            <p:ph idx="1"/>
          </p:nvPr>
        </p:nvSpPr>
        <p:spPr/>
        <p:txBody>
          <a:bodyPr/>
          <a:lstStyle/>
          <a:p>
            <a:pPr lvl="0"/>
            <a:r>
              <a:rPr lang="en-US" u="sng" dirty="0">
                <a:hlinkClick r:id="rId2"/>
              </a:rPr>
              <a:t>Classroom responsibility</a:t>
            </a:r>
            <a:endParaRPr lang="en-US" dirty="0"/>
          </a:p>
          <a:p>
            <a:pPr lvl="0"/>
            <a:r>
              <a:rPr lang="en-US" u="sng" dirty="0">
                <a:hlinkClick r:id="rId3"/>
              </a:rPr>
              <a:t>Non-discrimination policy</a:t>
            </a:r>
            <a:endParaRPr lang="en-US" dirty="0"/>
          </a:p>
          <a:p>
            <a:pPr lvl="0"/>
            <a:r>
              <a:rPr lang="en-US" u="sng" dirty="0">
                <a:hlinkClick r:id="rId4"/>
              </a:rPr>
              <a:t>Religious observances</a:t>
            </a:r>
            <a:endParaRPr lang="en-US" dirty="0"/>
          </a:p>
          <a:p>
            <a:pPr lvl="0"/>
            <a:r>
              <a:rPr lang="en-US" u="sng" dirty="0">
                <a:hlinkClick r:id="rId5"/>
              </a:rPr>
              <a:t>Sexual harassment policy</a:t>
            </a:r>
            <a:r>
              <a:rPr lang="en-US" dirty="0"/>
              <a:t> </a:t>
            </a:r>
          </a:p>
          <a:p>
            <a:r>
              <a:rPr lang="en-US" u="sng" dirty="0">
                <a:hlinkClick r:id="rId6"/>
              </a:rPr>
              <a:t>Special accommodation policy</a:t>
            </a:r>
            <a:r>
              <a:rPr lang="en-US" dirty="0"/>
              <a:t>: </a:t>
            </a:r>
          </a:p>
        </p:txBody>
      </p:sp>
      <p:sp>
        <p:nvSpPr>
          <p:cNvPr id="5" name="Slide Number Placeholder 4">
            <a:extLst>
              <a:ext uri="{FF2B5EF4-FFF2-40B4-BE49-F238E27FC236}">
                <a16:creationId xmlns:a16="http://schemas.microsoft.com/office/drawing/2014/main" id="{963FC4CE-FE37-C746-952B-306FAD70E642}"/>
              </a:ext>
            </a:extLst>
          </p:cNvPr>
          <p:cNvSpPr>
            <a:spLocks noGrp="1"/>
          </p:cNvSpPr>
          <p:nvPr>
            <p:ph type="sldNum" sz="quarter" idx="12"/>
          </p:nvPr>
        </p:nvSpPr>
        <p:spPr/>
        <p:txBody>
          <a:bodyPr/>
          <a:lstStyle/>
          <a:p>
            <a:fld id="{D0B5CDF8-54D5-6043-A52E-76818AC5EAB8}" type="slidenum">
              <a:rPr lang="en-US" smtClean="0"/>
              <a:pPr/>
              <a:t>34</a:t>
            </a:fld>
            <a:endParaRPr lang="en-US" dirty="0"/>
          </a:p>
        </p:txBody>
      </p:sp>
    </p:spTree>
    <p:extLst>
      <p:ext uri="{BB962C8B-B14F-4D97-AF65-F5344CB8AC3E}">
        <p14:creationId xmlns:p14="http://schemas.microsoft.com/office/powerpoint/2010/main" val="32572299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AA813-AD3E-C747-BBBF-A33B7F38C9BA}"/>
              </a:ext>
            </a:extLst>
          </p:cNvPr>
          <p:cNvSpPr>
            <a:spLocks noGrp="1"/>
          </p:cNvSpPr>
          <p:nvPr>
            <p:ph type="title"/>
          </p:nvPr>
        </p:nvSpPr>
        <p:spPr/>
        <p:txBody>
          <a:bodyPr/>
          <a:lstStyle/>
          <a:p>
            <a:r>
              <a:rPr lang="en-US" dirty="0"/>
              <a:t>Special Accommodations for Disabilities</a:t>
            </a:r>
          </a:p>
        </p:txBody>
      </p:sp>
      <p:sp>
        <p:nvSpPr>
          <p:cNvPr id="3" name="Content Placeholder 2">
            <a:extLst>
              <a:ext uri="{FF2B5EF4-FFF2-40B4-BE49-F238E27FC236}">
                <a16:creationId xmlns:a16="http://schemas.microsoft.com/office/drawing/2014/main" id="{6CD4522E-549D-6F4E-B18B-F9A6A1BAD77C}"/>
              </a:ext>
            </a:extLst>
          </p:cNvPr>
          <p:cNvSpPr>
            <a:spLocks noGrp="1"/>
          </p:cNvSpPr>
          <p:nvPr>
            <p:ph idx="1"/>
          </p:nvPr>
        </p:nvSpPr>
        <p:spPr/>
        <p:txBody>
          <a:bodyPr/>
          <a:lstStyle/>
          <a:p>
            <a:pPr lvl="0"/>
            <a:r>
              <a:rPr lang="en-US" dirty="0"/>
              <a:t>I am committed to and glad to help with reasonable accommodations for disabilities. The procedure is outlined in the following statement (quoted from the faculty center for teaching and learning's web site):</a:t>
            </a:r>
            <a:endParaRPr lang="en-US" sz="4000" dirty="0"/>
          </a:p>
          <a:p>
            <a:pPr lvl="1"/>
            <a:r>
              <a:rPr lang="en-US" dirty="0"/>
              <a:t>"The University of Central Florida is committed to providing reasonable accommodations for all persons with disabilities. This syllabus is available in alternate formats upon request. Students with disabilities who need accommodations in this course must contact the professor at the beginning of the semester to discuss needed accommodations. No accommodations will be provided until the student has met with the professor to request accommodations. Students who need accommodations must be registered with Student Disability Services, Student Resource Center Room 132, phone (407) 823-2371, TTY/TDD only phone (407) 823-2116, before requesting accommodations from the professor."</a:t>
            </a:r>
            <a:endParaRPr lang="en-US" sz="3600" dirty="0"/>
          </a:p>
          <a:p>
            <a:endParaRPr lang="en-US" dirty="0"/>
          </a:p>
        </p:txBody>
      </p:sp>
      <p:sp>
        <p:nvSpPr>
          <p:cNvPr id="5" name="Slide Number Placeholder 4">
            <a:extLst>
              <a:ext uri="{FF2B5EF4-FFF2-40B4-BE49-F238E27FC236}">
                <a16:creationId xmlns:a16="http://schemas.microsoft.com/office/drawing/2014/main" id="{1553E9B6-6B3F-0948-A504-7EE9A4535C12}"/>
              </a:ext>
            </a:extLst>
          </p:cNvPr>
          <p:cNvSpPr>
            <a:spLocks noGrp="1"/>
          </p:cNvSpPr>
          <p:nvPr>
            <p:ph type="sldNum" sz="quarter" idx="12"/>
          </p:nvPr>
        </p:nvSpPr>
        <p:spPr/>
        <p:txBody>
          <a:bodyPr/>
          <a:lstStyle/>
          <a:p>
            <a:fld id="{D0B5CDF8-54D5-6043-A52E-76818AC5EAB8}" type="slidenum">
              <a:rPr lang="en-US" smtClean="0"/>
              <a:pPr/>
              <a:t>35</a:t>
            </a:fld>
            <a:endParaRPr lang="en-US" dirty="0"/>
          </a:p>
        </p:txBody>
      </p:sp>
    </p:spTree>
    <p:extLst>
      <p:ext uri="{BB962C8B-B14F-4D97-AF65-F5344CB8AC3E}">
        <p14:creationId xmlns:p14="http://schemas.microsoft.com/office/powerpoint/2010/main" val="213284567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1A404354-1C83-A941-BD6B-EFF3AA82C30D}" vid="{D9AEB95B-2F2D-6B4F-B5FB-49A25E0A326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UCF Brand-Standard Size Powerpoint</Template>
  <TotalTime>17564</TotalTime>
  <Words>2914</Words>
  <Application>Microsoft Macintosh PowerPoint</Application>
  <PresentationFormat>Widescreen</PresentationFormat>
  <Paragraphs>299</Paragraphs>
  <Slides>35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Aptos</vt:lpstr>
      <vt:lpstr>Arial</vt:lpstr>
      <vt:lpstr>Calibri</vt:lpstr>
      <vt:lpstr>Helvetica</vt:lpstr>
      <vt:lpstr>Palatino</vt:lpstr>
      <vt:lpstr>Office Theme</vt:lpstr>
      <vt:lpstr>PowerPoint Presentation</vt:lpstr>
      <vt:lpstr>Lecture Objectives</vt:lpstr>
      <vt:lpstr>Basic Information</vt:lpstr>
      <vt:lpstr>Basic Information, cont.</vt:lpstr>
      <vt:lpstr>Modules and Contents</vt:lpstr>
      <vt:lpstr>Contents</vt:lpstr>
      <vt:lpstr>Contents: Details (1/4)</vt:lpstr>
      <vt:lpstr>Contents: Details (2/4)</vt:lpstr>
      <vt:lpstr>Contents: Details (3/4)</vt:lpstr>
      <vt:lpstr>Contents: Details (4/4)</vt:lpstr>
      <vt:lpstr>Course Assessment and Grading Policies</vt:lpstr>
      <vt:lpstr>Policies (1): Attendance</vt:lpstr>
      <vt:lpstr>Policies (2): Individual Work/Makeups</vt:lpstr>
      <vt:lpstr>Policies (3): Late Submissions</vt:lpstr>
      <vt:lpstr>Policies (4): Use Your Own Words</vt:lpstr>
      <vt:lpstr>Policies (5): Letter Grades</vt:lpstr>
      <vt:lpstr>Policies (6): Citations and Drawings</vt:lpstr>
      <vt:lpstr>Policies (7): AI Tools</vt:lpstr>
      <vt:lpstr>Policies (8): Request for Accommodations </vt:lpstr>
      <vt:lpstr>Assessment</vt:lpstr>
      <vt:lpstr>Grading Policy: Graded Components</vt:lpstr>
      <vt:lpstr>Grading Policy: Graded Components, cont.</vt:lpstr>
      <vt:lpstr>Grade Distribution, cont. </vt:lpstr>
      <vt:lpstr>Submission of Project Elements</vt:lpstr>
      <vt:lpstr>Submission Template</vt:lpstr>
      <vt:lpstr>Benchmarking and Evaluation of NLP Systems</vt:lpstr>
      <vt:lpstr>Domain-Specific Language Understanding</vt:lpstr>
      <vt:lpstr>Multimodal and Cross-Modal NLP</vt:lpstr>
      <vt:lpstr>Security and Trustworthiness of NLP Systems</vt:lpstr>
      <vt:lpstr>Projects Topics: Security Applications</vt:lpstr>
      <vt:lpstr>Exams</vt:lpstr>
      <vt:lpstr>Classroom Etiquette</vt:lpstr>
      <vt:lpstr>Classroom Etiquette</vt:lpstr>
      <vt:lpstr>Other General Policies</vt:lpstr>
      <vt:lpstr>Special Accommodations for Disabilities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Opening Title VERSION A</dc:title>
  <dc:creator>Microsoft Office User</dc:creator>
  <cp:lastModifiedBy>Aziz Mohaisen</cp:lastModifiedBy>
  <cp:revision>1459</cp:revision>
  <cp:lastPrinted>2016-08-29T20:41:10Z</cp:lastPrinted>
  <dcterms:created xsi:type="dcterms:W3CDTF">2016-09-13T13:48:41Z</dcterms:created>
  <dcterms:modified xsi:type="dcterms:W3CDTF">2026-01-05T20:24:59Z</dcterms:modified>
</cp:coreProperties>
</file>